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d7249a303a4028" /><Relationship Type="http://schemas.openxmlformats.org/officeDocument/2006/relationships/extended-properties" Target="/docProps/app.xml" Id="R350d3da6f1e640e3" /><Relationship Type="http://schemas.openxmlformats.org/officeDocument/2006/relationships/officeDocument" Target="/ppt/presentation.xml" Id="R7a3e45e8eca649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199c0f6c9bd496c"/>
  </p:sldMasterIdLst>
  <p:notesMasterIdLst>
    <p:notesMasterId xmlns:r="http://schemas.openxmlformats.org/officeDocument/2006/relationships" r:id="R551ae00c6bc24d32"/>
  </p:notesMasterIdLst>
  <p:sldIdLst>
    <p:sldId xmlns:r="http://schemas.openxmlformats.org/officeDocument/2006/relationships" id="256" r:id="R16d0daa4906e41dd"/>
    <p:sldId xmlns:r="http://schemas.openxmlformats.org/officeDocument/2006/relationships" id="257" r:id="R645f7abf6cd5471a"/>
    <p:sldId xmlns:r="http://schemas.openxmlformats.org/officeDocument/2006/relationships" id="258" r:id="Re6e1762a8a1e488a"/>
    <p:sldId xmlns:r="http://schemas.openxmlformats.org/officeDocument/2006/relationships" id="259" r:id="Rf00beadf5ca24060"/>
    <p:sldId xmlns:r="http://schemas.openxmlformats.org/officeDocument/2006/relationships" id="260" r:id="Rd8d15de9c5ee4819"/>
    <p:sldId xmlns:r="http://schemas.openxmlformats.org/officeDocument/2006/relationships" id="261" r:id="Rff8d122a7a674477"/>
    <p:sldId xmlns:r="http://schemas.openxmlformats.org/officeDocument/2006/relationships" id="262" r:id="R769c865ca0394ec3"/>
    <p:sldId xmlns:r="http://schemas.openxmlformats.org/officeDocument/2006/relationships" id="263" r:id="R1edd95f1d1e447e8"/>
    <p:sldId xmlns:r="http://schemas.openxmlformats.org/officeDocument/2006/relationships" id="264" r:id="Rc8ea828693a74390"/>
    <p:sldId xmlns:r="http://schemas.openxmlformats.org/officeDocument/2006/relationships" id="265" r:id="Rd588fc92d34d494c"/>
    <p:sldId xmlns:r="http://schemas.openxmlformats.org/officeDocument/2006/relationships" id="266" r:id="R2560233582214c53"/>
    <p:sldId xmlns:r="http://schemas.openxmlformats.org/officeDocument/2006/relationships" id="267" r:id="R733d84453c9c4c6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f0d4b57c7d0473f" /><Relationship Type="http://schemas.openxmlformats.org/officeDocument/2006/relationships/slideMaster" Target="/ppt/slideMasters/slideMaster1.xml" Id="R5199c0f6c9bd496c" /><Relationship Type="http://schemas.openxmlformats.org/officeDocument/2006/relationships/notesMaster" Target="/ppt/notesMasters/notesMaster1.xml" Id="R551ae00c6bc24d32" /><Relationship Type="http://schemas.openxmlformats.org/officeDocument/2006/relationships/presProps" Target="/ppt/presProps.xml" Id="Rf74420f7516e49e3" /><Relationship Type="http://schemas.openxmlformats.org/officeDocument/2006/relationships/tableStyles" Target="/ppt/tableStyles.xml" Id="Ra6eec74f4bb94a75" /><Relationship Type="http://schemas.openxmlformats.org/officeDocument/2006/relationships/slide" Target="/ppt/slides/slide1.xml" Id="R16d0daa4906e41dd" /><Relationship Type="http://schemas.openxmlformats.org/officeDocument/2006/relationships/slide" Target="/ppt/slides/slide2.xml" Id="R645f7abf6cd5471a" /><Relationship Type="http://schemas.openxmlformats.org/officeDocument/2006/relationships/slide" Target="/ppt/slides/slide3.xml" Id="Re6e1762a8a1e488a" /><Relationship Type="http://schemas.openxmlformats.org/officeDocument/2006/relationships/slide" Target="/ppt/slides/slide4.xml" Id="Rf00beadf5ca24060" /><Relationship Type="http://schemas.openxmlformats.org/officeDocument/2006/relationships/slide" Target="/ppt/slides/slide5.xml" Id="Rd8d15de9c5ee4819" /><Relationship Type="http://schemas.openxmlformats.org/officeDocument/2006/relationships/slide" Target="/ppt/slides/slide6.xml" Id="Rff8d122a7a674477" /><Relationship Type="http://schemas.openxmlformats.org/officeDocument/2006/relationships/slide" Target="/ppt/slides/slide7.xml" Id="R769c865ca0394ec3" /><Relationship Type="http://schemas.openxmlformats.org/officeDocument/2006/relationships/slide" Target="/ppt/slides/slide8.xml" Id="R1edd95f1d1e447e8" /><Relationship Type="http://schemas.openxmlformats.org/officeDocument/2006/relationships/slide" Target="/ppt/slides/slide9.xml" Id="Rc8ea828693a74390" /><Relationship Type="http://schemas.openxmlformats.org/officeDocument/2006/relationships/slide" Target="/ppt/slides/slide10.xml" Id="Rd588fc92d34d494c" /><Relationship Type="http://schemas.openxmlformats.org/officeDocument/2006/relationships/slide" Target="/ppt/slides/slide11.xml" Id="R2560233582214c53" /><Relationship Type="http://schemas.openxmlformats.org/officeDocument/2006/relationships/slide" Target="/ppt/slides/slide12.xml" Id="R733d84453c9c4c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58fc9da1ae4e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6d90086a594b12" /><Relationship Type="http://schemas.openxmlformats.org/officeDocument/2006/relationships/notesMaster" Target="/ppt/notesMasters/notesMaster1.xml" Id="R912f13de02844af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ec524a256994f8a" /><Relationship Type="http://schemas.openxmlformats.org/officeDocument/2006/relationships/notesMaster" Target="/ppt/notesMasters/notesMaster1.xml" Id="R7620f5ea72724c0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abd2c33cf704a61" /><Relationship Type="http://schemas.openxmlformats.org/officeDocument/2006/relationships/notesMaster" Target="/ppt/notesMasters/notesMaster1.xml" Id="Rbce66d6e9d2944f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c9ff1360260409f" /><Relationship Type="http://schemas.openxmlformats.org/officeDocument/2006/relationships/notesMaster" Target="/ppt/notesMasters/notesMaster1.xml" Id="R86bd53c82eaf443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dea7d51994b4058" /><Relationship Type="http://schemas.openxmlformats.org/officeDocument/2006/relationships/notesMaster" Target="/ppt/notesMasters/notesMaster1.xml" Id="R9af10c70f3a5401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52172ae4a56470b" /><Relationship Type="http://schemas.openxmlformats.org/officeDocument/2006/relationships/notesMaster" Target="/ppt/notesMasters/notesMaster1.xml" Id="R479b4c24b51c4df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6544cb0cea04862" /><Relationship Type="http://schemas.openxmlformats.org/officeDocument/2006/relationships/notesMaster" Target="/ppt/notesMasters/notesMaster1.xml" Id="Rc68af6d831c84ac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f6186bedad44a8b" /><Relationship Type="http://schemas.openxmlformats.org/officeDocument/2006/relationships/notesMaster" Target="/ppt/notesMasters/notesMaster1.xml" Id="Rbcafc1934bf7492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d06429ea9c6426b" /><Relationship Type="http://schemas.openxmlformats.org/officeDocument/2006/relationships/notesMaster" Target="/ppt/notesMasters/notesMaster1.xml" Id="R27db2c9cbc2940d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26a58226f114d67" /><Relationship Type="http://schemas.openxmlformats.org/officeDocument/2006/relationships/notesMaster" Target="/ppt/notesMasters/notesMaster1.xml" Id="Ra05f2be51799465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dace4616acd4868" /><Relationship Type="http://schemas.openxmlformats.org/officeDocument/2006/relationships/notesMaster" Target="/ppt/notesMasters/notesMaster1.xml" Id="R3869a0f04c204cc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50be7b7555b4ccf" /><Relationship Type="http://schemas.openxmlformats.org/officeDocument/2006/relationships/notesMaster" Target="/ppt/notesMasters/notesMaster1.xml" Id="R83f1ff6a1b7a40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Apertura: Fase 2 convierte el modelo de servicio de Fase 1 en una demo web y un recorrido claro. Ilustración generada para esta presentación; no documenta un evento real. Prompt: ilustración tecnológica clara de soporte e-commerce, navy/blanco/azul, sin texto ni logos.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Marcas ingresan por el portal; Customer Service registra el caso de consumidor recibido por los canales existentes. Un solo registro da seguimiento. Tech conserva diagnóstico y resolución; AM/CS mantienen comunicación. Esto concreta el único comentario de presentación confirmado. Fuentes: documentos de Fase 1 y Proyecto - Fase 2 - Service Desk. La foto es editorial generada, no evidencia de Bevstack.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Recorrer cinco etapas. Distinguir escalamiento funcional N1/N2/N3 de escalamiento jerárquico a dirección. La actualización visible vuelve al usuario desde AM o CS; Tech o proveedor pueden investigar. Fuente: Fase 1 y PDF 11 - Service Desk y SLAs.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Maqueta editable basada en el formulario del prototipo, no captura del navegador. En la demo en vivo se selecciona un incidente y se muestra cómo deriva prioridad. Caso de ejemplo ficticio. Fuentes: catálogo/matriz de Fase 1 y PDF de Fase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la cola para mostrar que los casos de más prioridad aparecen primero. En la app se filtra por estado y tipo; la búsqueda admite ticket, marca, categoría, responsable o pedido. Representación de la UI con datos ficticios, no captura literal.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BV-1047 es ejemplo ficticio. Mostrar soporte cambiando estado, prioridad, responsable u otros campos; después agregar actualización pública y nota interna. AM/CS publica al usuario; Tech/proveedor investiga. La foto no documenta a Bevstack. Fuente: Fase 1 y requisito de actualización de tickets de Fase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Gráfica nativa editable con los diez tickets de demostración iniciales: cinco incidentes y cinco solicitudes. No son métricas reales de Bevstack. La demo recalcula al registrar casos. Fuentes: catálogo de Fase 1 y rúbrica de Fase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Problema e incidente se distinguen: el incidente restaura; el problema investiga causa y evita repetición. El patrón es señal basada en la semilla y heurística provisional, no política oficial. El registro permite documentar estado, responsable, causa/hipótesis, workaround y acción permanente. Fuentes: Fase 2; Fase 1 (mejora continua/reaperturas); criterios provisionales acordados.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Metas: P1 primera respuesta 15 min y restauración/cumplimiento 4 h; P2 1 h/24 h; P3 4 h/3 días hábiles. El 95% mensual viene de Fase 1. Sin consecuencia contractual definida, la demo lo nombra SLO interno. Los OLAs y compromisos externos deben caber en la meta al usuario. Fuentes: Fase 1 y PDF 11 - Service Desk y SLAs.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Los siete principios de ITIL 4 se usan como guía práctica, no como declaración de certificación. Fuente de nombres: material oficial PeopleCert, “ITIL 4 Guiding Principles” (https://www.peoplecert.org/news-and-announcements/2024/-/media/2048efb812304872960038ec981a791a.ashx). Las aplicaciones conectan con las decisiones del proyecto.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Confirmado en entrevista: el único comentario de la presentación fue concentrar el servicio en AM para marcas y CS para consumidores, sin abarcar demasiado. El análisis de problemas responde al requisito Fase 2 y a la petición posterior, no se presenta como comentario original. Fuentes: documentos de Fase 1 y Fase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Cierre: el producto responde al alcance y los requisitos funcionales definidos y deja explícitos límites y supuestos. Navegar desde registro hasta análisis de problemas y cerrar con validaciones para la operación real. La ponderación reproduce la rúbrica de Fase 2. No prometer una calificación específica.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1f1922914b4c1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8b5246ce94401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bb86b040f9470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dbeb7baa8d4e2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3876c22fc1419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4304384c514b3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BE3C201-1B7F-4C48-AD97-90A6EC4D15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5AC9AF8-EDBE-456D-BD9D-984B9770380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CA95B54-C87C-4FF1-9671-FFEADC5A0F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CF696D5-4B5A-462B-B115-D17430FD58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8F66189-D130-444D-B489-013EF3CD98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F12C630-9B67-4E19-A7B6-588A2A06B3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F403EB0-194B-4E54-B4CC-737130A4B64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FD88F0E-0EBE-46FD-8942-B06842A06AF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3F7B75D-D180-4105-9925-04FC5E1042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E8B90F8-D726-441E-8744-407728DB77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a292c7a11f4ffc" /><Relationship Type="http://schemas.openxmlformats.org/officeDocument/2006/relationships/slideLayout" Target="/ppt/slideLayouts/slideLayout1.xml" Id="Rf51a54b3763f4d2b" /><Relationship Type="http://schemas.openxmlformats.org/officeDocument/2006/relationships/slideLayout" Target="/ppt/slideLayouts/slideLayout2.xml" Id="R673a7400eba64fd0" /><Relationship Type="http://schemas.openxmlformats.org/officeDocument/2006/relationships/slideLayout" Target="/ppt/slideLayouts/slideLayout3.xml" Id="R19447cd690bb4115" /><Relationship Type="http://schemas.openxmlformats.org/officeDocument/2006/relationships/slideLayout" Target="/ppt/slideLayouts/slideLayout4.xml" Id="Rd4b6f039f9b042d6" /><Relationship Type="http://schemas.openxmlformats.org/officeDocument/2006/relationships/slideLayout" Target="/ppt/slideLayouts/slideLayout5.xml" Id="Rc1982db7ffb0495a" /><Relationship Type="http://schemas.openxmlformats.org/officeDocument/2006/relationships/slideLayout" Target="/ppt/slideLayouts/slideLayout6.xml" Id="R70816ee4853f4bd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1a54b3763f4d2b"/>
    <p:sldLayoutId xmlns:r="http://schemas.openxmlformats.org/officeDocument/2006/relationships" id="2147483650" r:id="R673a7400eba64fd0"/>
    <p:sldLayoutId xmlns:r="http://schemas.openxmlformats.org/officeDocument/2006/relationships" id="2147483651" r:id="R19447cd690bb4115"/>
    <p:sldLayoutId xmlns:r="http://schemas.openxmlformats.org/officeDocument/2006/relationships" id="2147483652" r:id="Rd4b6f039f9b042d6"/>
    <p:sldLayoutId xmlns:r="http://schemas.openxmlformats.org/officeDocument/2006/relationships" id="2147483653" r:id="Rc1982db7ffb0495a"/>
    <p:sldLayoutId xmlns:r="http://schemas.openxmlformats.org/officeDocument/2006/relationships" id="2147483654" r:id="R70816ee4853f4bd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91c613a93f420a" /><Relationship Type="http://schemas.openxmlformats.org/officeDocument/2006/relationships/image" Target="/ppt/media/image.png" Id="R74178eaba8804fed" /><Relationship Type="http://schemas.openxmlformats.org/officeDocument/2006/relationships/notesSlide" Target="/ppt/notesSlides/notesSlide1.xml" Id="R90ba119c36c44c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1b51c5b03a4fd6" /><Relationship Type="http://schemas.openxmlformats.org/officeDocument/2006/relationships/image" Target="/ppt/media/image2.png" Id="Rf67a9dc372cf41b8" /><Relationship Type="http://schemas.openxmlformats.org/officeDocument/2006/relationships/notesSlide" Target="/ppt/notesSlides/notesSlide2.xml" Id="R9323a158168e475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76daf118ef4abe" /><Relationship Type="http://schemas.openxmlformats.org/officeDocument/2006/relationships/image" Target="/ppt/media/image3.png" Id="R3c94840393454f48" /><Relationship Type="http://schemas.openxmlformats.org/officeDocument/2006/relationships/notesSlide" Target="/ppt/notesSlides/notesSlide3.xml" Id="Rcdb81034a99647c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cbf2f11b9849e4" /><Relationship Type="http://schemas.openxmlformats.org/officeDocument/2006/relationships/notesSlide" Target="/ppt/notesSlides/notesSlide4.xml" Id="Reac0ef6db465415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0a5fc75daf4d7a" /><Relationship Type="http://schemas.openxmlformats.org/officeDocument/2006/relationships/notesSlide" Target="/ppt/notesSlides/notesSlide5.xml" Id="R7ae98d7e8fd04fc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ddfb647e4048a8" /><Relationship Type="http://schemas.openxmlformats.org/officeDocument/2006/relationships/image" Target="/ppt/media/image4.png" Id="Rffb03622f5c34aca" /><Relationship Type="http://schemas.openxmlformats.org/officeDocument/2006/relationships/notesSlide" Target="/ppt/notesSlides/notesSlide6.xml" Id="R8225310122ac427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5878530c7b45da" /><Relationship Type="http://schemas.openxmlformats.org/officeDocument/2006/relationships/chart" Target="/ppt/slides/charts/chart1.xml" Id="Rd361c5a7a022423a" /><Relationship Type="http://schemas.openxmlformats.org/officeDocument/2006/relationships/notesSlide" Target="/ppt/notesSlides/notesSlide7.xml" Id="R4d0113e8b4c5459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ccf38098804c57" /><Relationship Type="http://schemas.openxmlformats.org/officeDocument/2006/relationships/chart" Target="/ppt/slides/charts/chart2.xml" Id="Rac8fb1bec29d44dc" /><Relationship Type="http://schemas.openxmlformats.org/officeDocument/2006/relationships/notesSlide" Target="/ppt/notesSlides/notesSlide8.xml" Id="R20357ab0660240d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bc36c714504c40" /><Relationship Type="http://schemas.openxmlformats.org/officeDocument/2006/relationships/notesSlide" Target="/ppt/notesSlides/notesSlide9.xml" Id="R27c35f5c279c4d0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3d883a40e04d78" /><Relationship Type="http://schemas.openxmlformats.org/officeDocument/2006/relationships/notesSlide" Target="/ppt/notesSlides/notesSlide10.xml" Id="R8f1ece99d796496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5fa306a1194364" /><Relationship Type="http://schemas.openxmlformats.org/officeDocument/2006/relationships/notesSlide" Target="/ppt/notesSlides/notesSlide11.xml" Id="R2fba9f1f2e494c1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98f2c4ee3246e4" /><Relationship Type="http://schemas.openxmlformats.org/officeDocument/2006/relationships/notesSlide" Target="/ppt/notesSlides/notesSlide12.xml" Id="R595dc444d1ba4e3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stacked"/>
        <c:varyColors val="0"/>
        <c:ser>
          <c:idx val="0"/>
          <c:order val="0"/>
          <c:tx>
            <c:v>Incidentes</c:v>
          </c:tx>
          <c:spPr>
            <a:solidFill xmlns:a="http://schemas.openxmlformats.org/drawingml/2006/main">
              <a:srgbClr val="17365D"/>
            </a:solidFill>
          </c:spPr>
          <c:invertIfNegative val="0"/>
          <c:dLbls>
            <c:dLbl>
              <c:idx val="0"/>
              <c:showVal val="0"/>
            </c:dLbl>
            <c:dLbl>
              <c:idx val="1"/>
              <c:showVal val="0"/>
            </c:dLbl>
            <c:dLbl>
              <c:idx val="2"/>
              <c:showVal val="0"/>
            </c:dLbl>
            <c:dLbl>
              <c:idx val="3"/>
              <c:showVal val="0"/>
            </c:dLbl>
          </c:dLbls>
          <c:cat>
            <c:strRef>
              <c:f>'Chart Data'!$A$2:$A$9</c:f>
              <c:strCache>
                <c:ptCount val="8"/>
                <c:pt idx="0">
                  <c:v>Nueva tienda</c:v>
                </c:pt>
                <c:pt idx="1">
                  <c:v>Reglas de envío</c:v>
                </c:pt>
                <c:pt idx="2">
                  <c:v>Config. productos</c:v>
                </c:pt>
                <c:pt idx="3">
                  <c:v>Config. operativa</c:v>
                </c:pt>
                <c:pt idx="4">
                  <c:v>Pedido no procesado</c:v>
                </c:pt>
                <c:pt idx="5">
                  <c:v>Inventario incorrecto</c:v>
                </c:pt>
                <c:pt idx="6">
                  <c:v>Pago sin pedido</c:v>
                </c:pt>
                <c:pt idx="7">
                  <c:v>Envío no disponible</c:v>
                </c:pt>
              </c:strCache>
            </c:strRef>
          </c:cat>
          <c:val>
            <c:numRef>
              <c:f>'Chart Data'!$B$2:$B$9</c:f>
              <c:numCache>
                <c:formatCode>0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</c:v>
                </c:pt>
                <c:pt idx="5">
                  <c:v>1</c:v>
                </c:pt>
                <c:pt idx="6">
                  <c:v>2</c:v>
                </c:pt>
                <c:pt idx="7">
                  <c:v>1</c:v>
                </c:pt>
              </c:numCache>
            </c:numRef>
          </c:val>
        </c:ser>
        <c:ser>
          <c:idx val="1"/>
          <c:order val="1"/>
          <c:tx>
            <c:v>Solicitudes</c:v>
          </c:tx>
          <c:spPr>
            <a:solidFill xmlns:a="http://schemas.openxmlformats.org/drawingml/2006/main">
              <a:srgbClr val="EAA640"/>
            </a:solidFill>
          </c:spPr>
          <c:invertIfNegative val="0"/>
          <c:dLbls>
            <c:dLbl>
              <c:idx val="4"/>
              <c:showVal val="0"/>
            </c:dLbl>
            <c:dLbl>
              <c:idx val="5"/>
              <c:showVal val="0"/>
            </c:dLbl>
            <c:dLbl>
              <c:idx val="6"/>
              <c:showVal val="0"/>
            </c:dLbl>
            <c:dLbl>
              <c:idx val="7"/>
              <c:showVal val="0"/>
            </c:dLbl>
          </c:dLbls>
          <c:cat>
            <c:strRef>
              <c:f>'Chart Data'!$C$2:$C$9</c:f>
              <c:strCache>
                <c:ptCount val="8"/>
                <c:pt idx="0">
                  <c:v>Nueva tienda</c:v>
                </c:pt>
                <c:pt idx="1">
                  <c:v>Reglas de envío</c:v>
                </c:pt>
                <c:pt idx="2">
                  <c:v>Config. productos</c:v>
                </c:pt>
                <c:pt idx="3">
                  <c:v>Config. operativa</c:v>
                </c:pt>
                <c:pt idx="4">
                  <c:v>Pedido no procesado</c:v>
                </c:pt>
                <c:pt idx="5">
                  <c:v>Inventario incorrecto</c:v>
                </c:pt>
                <c:pt idx="6">
                  <c:v>Pago sin pedido</c:v>
                </c:pt>
                <c:pt idx="7">
                  <c:v>Envío no disponible</c:v>
                </c:pt>
              </c:strCache>
            </c:strRef>
          </c:cat>
          <c:val>
            <c:numRef>
              <c:f>'Chart Data'!$D$2:$D$9</c:f>
              <c:numCache>
                <c:formatCode>0</c:formatCode>
                <c:ptCount val="8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101828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01828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3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8EDF3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085"/>
                </a:solidFill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667085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Incidentes relacionados</c:v>
          </c:tx>
          <c:spPr>
            <a:solidFill xmlns:a="http://schemas.openxmlformats.org/drawingml/2006/main">
              <a:srgbClr val="356DB5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Pedido no procesado</c:v>
                </c:pt>
                <c:pt idx="1">
                  <c:v>Inventario incorrecto</c:v>
                </c:pt>
                <c:pt idx="2">
                  <c:v>Pago sin pedido</c:v>
                </c:pt>
                <c:pt idx="3">
                  <c:v>Envío no disponible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1</c:v>
                </c:pt>
                <c:pt idx="1">
                  <c:v>1</c:v>
                </c:pt>
                <c:pt idx="2">
                  <c:v>2</c:v>
                </c:pt>
                <c:pt idx="3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7365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01828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2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5EAF1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085"/>
                </a:solidFill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B36515-EFC0-4B9C-8495-F628D8D6A2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178eaba8804fed"/>
          <a:srcRect xmlns:a="http://schemas.openxmlformats.org/drawingml/2006/main" l="20297" t="0" r="2029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0" y="0"/>
            <a:ext cx="7239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ADA71A-8D64-46EC-9A1A-9D7EE6DCC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429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6D8995-5D5C-4E7E-94D7-39248864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1">
                <a:solidFill>
                  <a:srgbClr val="356DB5"/>
                </a:solidFill>
              </a:defRPr>
            </a:defPPr>
            <a:lvl1pPr algn="l">
              <a:defRPr sz="1200" b="1">
                <a:solidFill>
                  <a:srgbClr val="356DB5"/>
                </a:solidFill>
              </a:defRPr>
            </a:lvl1pPr>
            <a:lvl2pPr algn="l">
              <a:defRPr sz="1200" b="1">
                <a:solidFill>
                  <a:srgbClr val="356DB5"/>
                </a:solidFill>
              </a:defRPr>
            </a:lvl2pPr>
            <a:lvl3pPr algn="l">
              <a:defRPr sz="1200" b="1">
                <a:solidFill>
                  <a:srgbClr val="356DB5"/>
                </a:solidFill>
              </a:defRPr>
            </a:lvl3pPr>
            <a:lvl4pPr algn="l">
              <a:defRPr sz="1200" b="1">
                <a:solidFill>
                  <a:srgbClr val="356DB5"/>
                </a:solidFill>
              </a:defRPr>
            </a:lvl4pPr>
            <a:lvl5pPr algn="l">
              <a:defRPr sz="1200" b="1">
                <a:solidFill>
                  <a:srgbClr val="356DB5"/>
                </a:solidFill>
              </a:defRPr>
            </a:lvl5pPr>
            <a:lvl6pPr algn="l">
              <a:defRPr sz="1200" b="1">
                <a:solidFill>
                  <a:srgbClr val="356DB5"/>
                </a:solidFill>
              </a:defRPr>
            </a:lvl6pPr>
            <a:lvl7pPr algn="l">
              <a:defRPr sz="1200" b="1">
                <a:solidFill>
                  <a:srgbClr val="356DB5"/>
                </a:solidFill>
              </a:defRPr>
            </a:lvl7pPr>
            <a:lvl8pPr algn="l">
              <a:defRPr sz="1200" b="1">
                <a:solidFill>
                  <a:srgbClr val="356DB5"/>
                </a:solidFill>
              </a:defRPr>
            </a:lvl8pPr>
            <a:lvl9pPr algn="l">
              <a:defRPr sz="1200" b="1">
                <a:solidFill>
                  <a:srgbClr val="356DB5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356DB5"/>
                </a:solidFill>
              </a:defRPr>
            </a:pPr>
            <a:r>
              <a:rPr sz="1200" b="1">
                <a:solidFill>
                  <a:srgbClr val="356DB5"/>
                </a:solidFill>
              </a:rPr>
              <a:t>PROYECTO · FASE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9571EB-386A-4693-905F-63D010946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4191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900" b="1">
                <a:solidFill>
                  <a:srgbClr val="102743"/>
                </a:solidFill>
              </a:defRPr>
            </a:defPPr>
            <a:lvl1pPr algn="l">
              <a:defRPr sz="3900" b="1">
                <a:solidFill>
                  <a:srgbClr val="102743"/>
                </a:solidFill>
              </a:defRPr>
            </a:lvl1pPr>
            <a:lvl2pPr algn="l">
              <a:defRPr sz="3900" b="1">
                <a:solidFill>
                  <a:srgbClr val="102743"/>
                </a:solidFill>
              </a:defRPr>
            </a:lvl2pPr>
            <a:lvl3pPr algn="l">
              <a:defRPr sz="3900" b="1">
                <a:solidFill>
                  <a:srgbClr val="102743"/>
                </a:solidFill>
              </a:defRPr>
            </a:lvl3pPr>
            <a:lvl4pPr algn="l">
              <a:defRPr sz="3900" b="1">
                <a:solidFill>
                  <a:srgbClr val="102743"/>
                </a:solidFill>
              </a:defRPr>
            </a:lvl4pPr>
            <a:lvl5pPr algn="l">
              <a:defRPr sz="3900" b="1">
                <a:solidFill>
                  <a:srgbClr val="102743"/>
                </a:solidFill>
              </a:defRPr>
            </a:lvl5pPr>
            <a:lvl6pPr algn="l">
              <a:defRPr sz="3900" b="1">
                <a:solidFill>
                  <a:srgbClr val="102743"/>
                </a:solidFill>
              </a:defRPr>
            </a:lvl6pPr>
            <a:lvl7pPr algn="l">
              <a:defRPr sz="3900" b="1">
                <a:solidFill>
                  <a:srgbClr val="102743"/>
                </a:solidFill>
              </a:defRPr>
            </a:lvl7pPr>
            <a:lvl8pPr algn="l">
              <a:defRPr sz="3900" b="1">
                <a:solidFill>
                  <a:srgbClr val="102743"/>
                </a:solidFill>
              </a:defRPr>
            </a:lvl8pPr>
            <a:lvl9pPr algn="l">
              <a:defRPr sz="3900" b="1">
                <a:solidFill>
                  <a:srgbClr val="102743"/>
                </a:solidFill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102743"/>
                </a:solidFill>
              </a:defRPr>
            </a:pPr>
            <a:r>
              <a:rPr sz="3900" b="1">
                <a:solidFill>
                  <a:srgbClr val="102743"/>
                </a:solidFill>
              </a:rPr>
              <a:t>Service Desk</a:t>
            </a:r>
          </a:p>
          <a:p xmlns:a="http://schemas.openxmlformats.org/drawingml/2006/main">
            <a:pPr algn="l">
              <a:defRPr sz="3900" b="1">
                <a:solidFill>
                  <a:srgbClr val="102743"/>
                </a:solidFill>
              </a:defRPr>
            </a:pPr>
            <a:r>
              <a:rPr sz="3900" b="1">
                <a:solidFill>
                  <a:srgbClr val="102743"/>
                </a:solidFill>
              </a:rPr>
              <a:t>para Bevstack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12EAE2-86F7-4711-94B0-B6BC75EDF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95675"/>
            <a:ext cx="3905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0">
                <a:solidFill>
                  <a:srgbClr val="101828"/>
                </a:solidFill>
              </a:defRPr>
            </a:defPPr>
            <a:lvl1pPr algn="l">
              <a:defRPr sz="1875" b="0">
                <a:solidFill>
                  <a:srgbClr val="101828"/>
                </a:solidFill>
              </a:defRPr>
            </a:lvl1pPr>
            <a:lvl2pPr algn="l">
              <a:defRPr sz="1875" b="0">
                <a:solidFill>
                  <a:srgbClr val="101828"/>
                </a:solidFill>
              </a:defRPr>
            </a:lvl2pPr>
            <a:lvl3pPr algn="l">
              <a:defRPr sz="1875" b="0">
                <a:solidFill>
                  <a:srgbClr val="101828"/>
                </a:solidFill>
              </a:defRPr>
            </a:lvl3pPr>
            <a:lvl4pPr algn="l">
              <a:defRPr sz="1875" b="0">
                <a:solidFill>
                  <a:srgbClr val="101828"/>
                </a:solidFill>
              </a:defRPr>
            </a:lvl4pPr>
            <a:lvl5pPr algn="l">
              <a:defRPr sz="1875" b="0">
                <a:solidFill>
                  <a:srgbClr val="101828"/>
                </a:solidFill>
              </a:defRPr>
            </a:lvl5pPr>
            <a:lvl6pPr algn="l">
              <a:defRPr sz="1875" b="0">
                <a:solidFill>
                  <a:srgbClr val="101828"/>
                </a:solidFill>
              </a:defRPr>
            </a:lvl6pPr>
            <a:lvl7pPr algn="l">
              <a:defRPr sz="1875" b="0">
                <a:solidFill>
                  <a:srgbClr val="101828"/>
                </a:solidFill>
              </a:defRPr>
            </a:lvl7pPr>
            <a:lvl8pPr algn="l">
              <a:defRPr sz="1875" b="0">
                <a:solidFill>
                  <a:srgbClr val="101828"/>
                </a:solidFill>
              </a:defRPr>
            </a:lvl8pPr>
            <a:lvl9pPr algn="l">
              <a:defRPr sz="1875" b="0">
                <a:solidFill>
                  <a:srgbClr val="101828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01828"/>
                </a:solidFill>
              </a:defRPr>
            </a:pPr>
            <a:r>
              <a:rPr sz="1875" b="0">
                <a:solidFill>
                  <a:srgbClr val="101828"/>
                </a:solidFill>
              </a:rPr>
              <a:t>Gestión de incidentes, solicitudes y problemas en e-commerce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072F4A-9F71-4543-AAC2-C24446B1D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10100"/>
            <a:ext cx="1162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AA64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91E1A2-8B25-408B-A67C-E83C5458F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57750"/>
            <a:ext cx="3905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667085"/>
                </a:solidFill>
              </a:defRPr>
            </a:defPPr>
            <a:lvl1pPr algn="l">
              <a:defRPr sz="1425" b="1">
                <a:solidFill>
                  <a:srgbClr val="667085"/>
                </a:solidFill>
              </a:defRPr>
            </a:lvl1pPr>
            <a:lvl2pPr algn="l">
              <a:defRPr sz="1425" b="1">
                <a:solidFill>
                  <a:srgbClr val="667085"/>
                </a:solidFill>
              </a:defRPr>
            </a:lvl2pPr>
            <a:lvl3pPr algn="l">
              <a:defRPr sz="1425" b="1">
                <a:solidFill>
                  <a:srgbClr val="667085"/>
                </a:solidFill>
              </a:defRPr>
            </a:lvl3pPr>
            <a:lvl4pPr algn="l">
              <a:defRPr sz="1425" b="1">
                <a:solidFill>
                  <a:srgbClr val="667085"/>
                </a:solidFill>
              </a:defRPr>
            </a:lvl4pPr>
            <a:lvl5pPr algn="l">
              <a:defRPr sz="1425" b="1">
                <a:solidFill>
                  <a:srgbClr val="667085"/>
                </a:solidFill>
              </a:defRPr>
            </a:lvl5pPr>
            <a:lvl6pPr algn="l">
              <a:defRPr sz="1425" b="1">
                <a:solidFill>
                  <a:srgbClr val="667085"/>
                </a:solidFill>
              </a:defRPr>
            </a:lvl6pPr>
            <a:lvl7pPr algn="l">
              <a:defRPr sz="1425" b="1">
                <a:solidFill>
                  <a:srgbClr val="667085"/>
                </a:solidFill>
              </a:defRPr>
            </a:lvl7pPr>
            <a:lvl8pPr algn="l">
              <a:defRPr sz="1425" b="1">
                <a:solidFill>
                  <a:srgbClr val="667085"/>
                </a:solidFill>
              </a:defRPr>
            </a:lvl8pPr>
            <a:lvl9pPr algn="l">
              <a:defRPr sz="1425" b="1">
                <a:solidFill>
                  <a:srgbClr val="667085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667085"/>
                </a:solidFill>
              </a:defRPr>
            </a:pPr>
            <a:r>
              <a:rPr sz="1425" b="1">
                <a:solidFill>
                  <a:srgbClr val="667085"/>
                </a:solidFill>
              </a:rPr>
              <a:t>Account Management + Customer Service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46D00E-418E-45F4-B895-4CDF464CF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0">
                <a:solidFill>
                  <a:srgbClr val="667085"/>
                </a:solidFill>
              </a:defRPr>
            </a:defPPr>
            <a:lvl1pPr algn="l">
              <a:defRPr sz="1050" b="0">
                <a:solidFill>
                  <a:srgbClr val="667085"/>
                </a:solidFill>
              </a:defRPr>
            </a:lvl1pPr>
            <a:lvl2pPr algn="l">
              <a:defRPr sz="1050" b="0">
                <a:solidFill>
                  <a:srgbClr val="667085"/>
                </a:solidFill>
              </a:defRPr>
            </a:lvl2pPr>
            <a:lvl3pPr algn="l">
              <a:defRPr sz="1050" b="0">
                <a:solidFill>
                  <a:srgbClr val="667085"/>
                </a:solidFill>
              </a:defRPr>
            </a:lvl3pPr>
            <a:lvl4pPr algn="l">
              <a:defRPr sz="1050" b="0">
                <a:solidFill>
                  <a:srgbClr val="667085"/>
                </a:solidFill>
              </a:defRPr>
            </a:lvl4pPr>
            <a:lvl5pPr algn="l">
              <a:defRPr sz="1050" b="0">
                <a:solidFill>
                  <a:srgbClr val="667085"/>
                </a:solidFill>
              </a:defRPr>
            </a:lvl5pPr>
            <a:lvl6pPr algn="l">
              <a:defRPr sz="1050" b="0">
                <a:solidFill>
                  <a:srgbClr val="667085"/>
                </a:solidFill>
              </a:defRPr>
            </a:lvl6pPr>
            <a:lvl7pPr algn="l">
              <a:defRPr sz="1050" b="0">
                <a:solidFill>
                  <a:srgbClr val="667085"/>
                </a:solidFill>
              </a:defRPr>
            </a:lvl7pPr>
            <a:lvl8pPr algn="l">
              <a:defRPr sz="1050" b="0">
                <a:solidFill>
                  <a:srgbClr val="667085"/>
                </a:solidFill>
              </a:defRPr>
            </a:lvl8pPr>
            <a:lvl9pPr algn="l">
              <a:defRPr sz="1050" b="0">
                <a:solidFill>
                  <a:srgbClr val="667085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Demo web y propuesta operativa</a:t>
            </a:r>
          </a:p>
        </p:txBody>
      </p:sp>
    </p:spTree>
    <p:extLst>
      <p:ext uri="{BB962C8B-B14F-4D97-AF65-F5344CB8AC3E}">
        <p14:creationId xmlns:p14="http://schemas.microsoft.com/office/powerpoint/2010/main" val="10113772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73B046-774E-45F3-95CF-A0568E29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1">
                <a:solidFill>
                  <a:srgbClr val="356DB5"/>
                </a:solidFill>
              </a:defRPr>
            </a:defPPr>
            <a:lvl1pPr algn="l">
              <a:defRPr sz="1050" b="1">
                <a:solidFill>
                  <a:srgbClr val="356DB5"/>
                </a:solidFill>
              </a:defRPr>
            </a:lvl1pPr>
            <a:lvl2pPr algn="l">
              <a:defRPr sz="1050" b="1">
                <a:solidFill>
                  <a:srgbClr val="356DB5"/>
                </a:solidFill>
              </a:defRPr>
            </a:lvl2pPr>
            <a:lvl3pPr algn="l">
              <a:defRPr sz="1050" b="1">
                <a:solidFill>
                  <a:srgbClr val="356DB5"/>
                </a:solidFill>
              </a:defRPr>
            </a:lvl3pPr>
            <a:lvl4pPr algn="l">
              <a:defRPr sz="1050" b="1">
                <a:solidFill>
                  <a:srgbClr val="356DB5"/>
                </a:solidFill>
              </a:defRPr>
            </a:lvl4pPr>
            <a:lvl5pPr algn="l">
              <a:defRPr sz="1050" b="1">
                <a:solidFill>
                  <a:srgbClr val="356DB5"/>
                </a:solidFill>
              </a:defRPr>
            </a:lvl5pPr>
            <a:lvl6pPr algn="l">
              <a:defRPr sz="1050" b="1">
                <a:solidFill>
                  <a:srgbClr val="356DB5"/>
                </a:solidFill>
              </a:defRPr>
            </a:lvl6pPr>
            <a:lvl7pPr algn="l">
              <a:defRPr sz="1050" b="1">
                <a:solidFill>
                  <a:srgbClr val="356DB5"/>
                </a:solidFill>
              </a:defRPr>
            </a:lvl7pPr>
            <a:lvl8pPr algn="l">
              <a:defRPr sz="1050" b="1">
                <a:solidFill>
                  <a:srgbClr val="356DB5"/>
                </a:solidFill>
              </a:defRPr>
            </a:lvl8pPr>
            <a:lvl9pPr algn="l">
              <a:defRPr sz="1050" b="1">
                <a:solidFill>
                  <a:srgbClr val="356DB5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356DB5"/>
                </a:solidFill>
              </a:defRPr>
            </a:pPr>
            <a:r>
              <a:rPr sz="1050" b="1">
                <a:solidFill>
                  <a:srgbClr val="356DB5"/>
                </a:solidFill>
              </a:rPr>
              <a:t>BEVSTACK · SERVICE DESK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627EC1-24BC-439A-95C2-1756F7F90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000" b="1">
                <a:solidFill>
                  <a:srgbClr val="102743"/>
                </a:solidFill>
              </a:defRPr>
            </a:defPPr>
            <a:lvl1pPr algn="l">
              <a:defRPr sz="3000" b="1">
                <a:solidFill>
                  <a:srgbClr val="102743"/>
                </a:solidFill>
              </a:defRPr>
            </a:lvl1pPr>
            <a:lvl2pPr algn="l">
              <a:defRPr sz="3000" b="1">
                <a:solidFill>
                  <a:srgbClr val="102743"/>
                </a:solidFill>
              </a:defRPr>
            </a:lvl2pPr>
            <a:lvl3pPr algn="l">
              <a:defRPr sz="3000" b="1">
                <a:solidFill>
                  <a:srgbClr val="102743"/>
                </a:solidFill>
              </a:defRPr>
            </a:lvl3pPr>
            <a:lvl4pPr algn="l">
              <a:defRPr sz="3000" b="1">
                <a:solidFill>
                  <a:srgbClr val="102743"/>
                </a:solidFill>
              </a:defRPr>
            </a:lvl4pPr>
            <a:lvl5pPr algn="l">
              <a:defRPr sz="3000" b="1">
                <a:solidFill>
                  <a:srgbClr val="102743"/>
                </a:solidFill>
              </a:defRPr>
            </a:lvl5pPr>
            <a:lvl6pPr algn="l">
              <a:defRPr sz="3000" b="1">
                <a:solidFill>
                  <a:srgbClr val="102743"/>
                </a:solidFill>
              </a:defRPr>
            </a:lvl6pPr>
            <a:lvl7pPr algn="l">
              <a:defRPr sz="3000" b="1">
                <a:solidFill>
                  <a:srgbClr val="102743"/>
                </a:solidFill>
              </a:defRPr>
            </a:lvl7pPr>
            <a:lvl8pPr algn="l">
              <a:defRPr sz="3000" b="1">
                <a:solidFill>
                  <a:srgbClr val="102743"/>
                </a:solidFill>
              </a:defRPr>
            </a:lvl8pPr>
            <a:lvl9pPr algn="l">
              <a:defRPr sz="3000" b="1">
                <a:solidFill>
                  <a:srgbClr val="102743"/>
                </a:solidFill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02743"/>
                </a:solidFill>
              </a:defRPr>
            </a:pPr>
            <a:r>
              <a:rPr sz="3000" b="1">
                <a:solidFill>
                  <a:srgbClr val="102743"/>
                </a:solidFill>
              </a:rPr>
              <a:t>Una mesa, dos recorridos de captura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643877-54F7-418F-A063-5D5FF9B98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D8B5C9-EB0D-4298-BF18-3E987EF44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17365D"/>
                </a:solidFill>
              </a:defRPr>
            </a:defPPr>
            <a:lvl1pPr algn="l">
              <a:defRPr sz="1800" b="1">
                <a:solidFill>
                  <a:srgbClr val="17365D"/>
                </a:solidFill>
              </a:defRPr>
            </a:lvl1pPr>
            <a:lvl2pPr algn="l">
              <a:defRPr sz="1800" b="1">
                <a:solidFill>
                  <a:srgbClr val="17365D"/>
                </a:solidFill>
              </a:defRPr>
            </a:lvl2pPr>
            <a:lvl3pPr algn="l">
              <a:defRPr sz="1800" b="1">
                <a:solidFill>
                  <a:srgbClr val="17365D"/>
                </a:solidFill>
              </a:defRPr>
            </a:lvl3pPr>
            <a:lvl4pPr algn="l">
              <a:defRPr sz="1800" b="1">
                <a:solidFill>
                  <a:srgbClr val="17365D"/>
                </a:solidFill>
              </a:defRPr>
            </a:lvl4pPr>
            <a:lvl5pPr algn="l">
              <a:defRPr sz="1800" b="1">
                <a:solidFill>
                  <a:srgbClr val="17365D"/>
                </a:solidFill>
              </a:defRPr>
            </a:lvl5pPr>
            <a:lvl6pPr algn="l">
              <a:defRPr sz="1800" b="1">
                <a:solidFill>
                  <a:srgbClr val="17365D"/>
                </a:solidFill>
              </a:defRPr>
            </a:lvl6pPr>
            <a:lvl7pPr algn="l">
              <a:defRPr sz="1800" b="1">
                <a:solidFill>
                  <a:srgbClr val="17365D"/>
                </a:solidFill>
              </a:defRPr>
            </a:lvl7pPr>
            <a:lvl8pPr algn="l">
              <a:defRPr sz="1800" b="1">
                <a:solidFill>
                  <a:srgbClr val="17365D"/>
                </a:solidFill>
              </a:defRPr>
            </a:lvl8pPr>
            <a:lvl9pPr algn="l">
              <a:defRPr sz="1800" b="1">
                <a:solidFill>
                  <a:srgbClr val="17365D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365D"/>
                </a:solidFill>
              </a:defRPr>
            </a:pPr>
            <a:r>
              <a:rPr sz="1800" b="1">
                <a:solidFill>
                  <a:srgbClr val="17365D"/>
                </a:solidFill>
              </a:rPr>
              <a:t>El foco que ordena el producto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F5E91C-C313-4656-8565-BB4C99EA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101828"/>
                </a:solidFill>
              </a:defRPr>
            </a:defPPr>
            <a:lvl1pPr algn="l">
              <a:defRPr sz="1575" b="0">
                <a:solidFill>
                  <a:srgbClr val="101828"/>
                </a:solidFill>
              </a:defRPr>
            </a:lvl1pPr>
            <a:lvl2pPr algn="l">
              <a:defRPr sz="1575" b="0">
                <a:solidFill>
                  <a:srgbClr val="101828"/>
                </a:solidFill>
              </a:defRPr>
            </a:lvl2pPr>
            <a:lvl3pPr algn="l">
              <a:defRPr sz="1575" b="0">
                <a:solidFill>
                  <a:srgbClr val="101828"/>
                </a:solidFill>
              </a:defRPr>
            </a:lvl3pPr>
            <a:lvl4pPr algn="l">
              <a:defRPr sz="1575" b="0">
                <a:solidFill>
                  <a:srgbClr val="101828"/>
                </a:solidFill>
              </a:defRPr>
            </a:lvl4pPr>
            <a:lvl5pPr algn="l">
              <a:defRPr sz="1575" b="0">
                <a:solidFill>
                  <a:srgbClr val="101828"/>
                </a:solidFill>
              </a:defRPr>
            </a:lvl5pPr>
            <a:lvl6pPr algn="l">
              <a:defRPr sz="1575" b="0">
                <a:solidFill>
                  <a:srgbClr val="101828"/>
                </a:solidFill>
              </a:defRPr>
            </a:lvl6pPr>
            <a:lvl7pPr algn="l">
              <a:defRPr sz="1575" b="0">
                <a:solidFill>
                  <a:srgbClr val="101828"/>
                </a:solidFill>
              </a:defRPr>
            </a:lvl7pPr>
            <a:lvl8pPr algn="l">
              <a:defRPr sz="1575" b="0">
                <a:solidFill>
                  <a:srgbClr val="101828"/>
                </a:solidFill>
              </a:defRPr>
            </a:lvl8pPr>
            <a:lvl9pPr algn="l">
              <a:defRPr sz="1575" b="0">
                <a:solidFill>
                  <a:srgbClr val="101828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Las marcas contactan a Account Management. Customer Service registra los casos que recibe de consumidores.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23A620-263B-4F41-830D-5A1DC6375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4762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7A5137-A14A-4AEF-A096-738E698A6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861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356DB5"/>
                </a:solidFill>
              </a:defRPr>
            </a:defPPr>
            <a:lvl1pPr algn="l">
              <a:defRPr sz="1125" b="1">
                <a:solidFill>
                  <a:srgbClr val="356DB5"/>
                </a:solidFill>
              </a:defRPr>
            </a:lvl1pPr>
            <a:lvl2pPr algn="l">
              <a:defRPr sz="1125" b="1">
                <a:solidFill>
                  <a:srgbClr val="356DB5"/>
                </a:solidFill>
              </a:defRPr>
            </a:lvl2pPr>
            <a:lvl3pPr algn="l">
              <a:defRPr sz="1125" b="1">
                <a:solidFill>
                  <a:srgbClr val="356DB5"/>
                </a:solidFill>
              </a:defRPr>
            </a:lvl3pPr>
            <a:lvl4pPr algn="l">
              <a:defRPr sz="1125" b="1">
                <a:solidFill>
                  <a:srgbClr val="356DB5"/>
                </a:solidFill>
              </a:defRPr>
            </a:lvl4pPr>
            <a:lvl5pPr algn="l">
              <a:defRPr sz="1125" b="1">
                <a:solidFill>
                  <a:srgbClr val="356DB5"/>
                </a:solidFill>
              </a:defRPr>
            </a:lvl5pPr>
            <a:lvl6pPr algn="l">
              <a:defRPr sz="1125" b="1">
                <a:solidFill>
                  <a:srgbClr val="356DB5"/>
                </a:solidFill>
              </a:defRPr>
            </a:lvl6pPr>
            <a:lvl7pPr algn="l">
              <a:defRPr sz="1125" b="1">
                <a:solidFill>
                  <a:srgbClr val="356DB5"/>
                </a:solidFill>
              </a:defRPr>
            </a:lvl7pPr>
            <a:lvl8pPr algn="l">
              <a:defRPr sz="1125" b="1">
                <a:solidFill>
                  <a:srgbClr val="356DB5"/>
                </a:solidFill>
              </a:defRPr>
            </a:lvl8pPr>
            <a:lvl9pPr algn="l">
              <a:defRPr sz="1125" b="1">
                <a:solidFill>
                  <a:srgbClr val="356DB5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356DB5"/>
                </a:solidFill>
              </a:defRPr>
            </a:pPr>
            <a:r>
              <a:rPr sz="1125" b="1">
                <a:solidFill>
                  <a:srgbClr val="356DB5"/>
                </a:solidFill>
              </a:rPr>
              <a:t>MARCAS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CFB5B0-B1FC-4F1F-9628-808152EEF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0425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101828"/>
                </a:solidFill>
              </a:defRPr>
            </a:defPPr>
            <a:lvl1pPr algn="l">
              <a:defRPr sz="1425" b="0">
                <a:solidFill>
                  <a:srgbClr val="101828"/>
                </a:solidFill>
              </a:defRPr>
            </a:lvl1pPr>
            <a:lvl2pPr algn="l">
              <a:defRPr sz="1425" b="0">
                <a:solidFill>
                  <a:srgbClr val="101828"/>
                </a:solidFill>
              </a:defRPr>
            </a:lvl2pPr>
            <a:lvl3pPr algn="l">
              <a:defRPr sz="1425" b="0">
                <a:solidFill>
                  <a:srgbClr val="101828"/>
                </a:solidFill>
              </a:defRPr>
            </a:lvl3pPr>
            <a:lvl4pPr algn="l">
              <a:defRPr sz="1425" b="0">
                <a:solidFill>
                  <a:srgbClr val="101828"/>
                </a:solidFill>
              </a:defRPr>
            </a:lvl4pPr>
            <a:lvl5pPr algn="l">
              <a:defRPr sz="1425" b="0">
                <a:solidFill>
                  <a:srgbClr val="101828"/>
                </a:solidFill>
              </a:defRPr>
            </a:lvl5pPr>
            <a:lvl6pPr algn="l">
              <a:defRPr sz="1425" b="0">
                <a:solidFill>
                  <a:srgbClr val="101828"/>
                </a:solidFill>
              </a:defRPr>
            </a:lvl6pPr>
            <a:lvl7pPr algn="l">
              <a:defRPr sz="1425" b="0">
                <a:solidFill>
                  <a:srgbClr val="101828"/>
                </a:solidFill>
              </a:defRPr>
            </a:lvl7pPr>
            <a:lvl8pPr algn="l">
              <a:defRPr sz="1425" b="0">
                <a:solidFill>
                  <a:srgbClr val="101828"/>
                </a:solidFill>
              </a:defRPr>
            </a:lvl8pPr>
            <a:lvl9pPr algn="l">
              <a:defRPr sz="1425" b="0">
                <a:solidFill>
                  <a:srgbClr val="101828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Portal de tickets · atención de Account Management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D256AF-F61D-4886-BA1C-B480F4B26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4762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DB71A1-4127-448F-91CD-5A9FF3A1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576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356DB5"/>
                </a:solidFill>
              </a:defRPr>
            </a:defPPr>
            <a:lvl1pPr algn="l">
              <a:defRPr sz="1125" b="1">
                <a:solidFill>
                  <a:srgbClr val="356DB5"/>
                </a:solidFill>
              </a:defRPr>
            </a:lvl1pPr>
            <a:lvl2pPr algn="l">
              <a:defRPr sz="1125" b="1">
                <a:solidFill>
                  <a:srgbClr val="356DB5"/>
                </a:solidFill>
              </a:defRPr>
            </a:lvl2pPr>
            <a:lvl3pPr algn="l">
              <a:defRPr sz="1125" b="1">
                <a:solidFill>
                  <a:srgbClr val="356DB5"/>
                </a:solidFill>
              </a:defRPr>
            </a:lvl3pPr>
            <a:lvl4pPr algn="l">
              <a:defRPr sz="1125" b="1">
                <a:solidFill>
                  <a:srgbClr val="356DB5"/>
                </a:solidFill>
              </a:defRPr>
            </a:lvl4pPr>
            <a:lvl5pPr algn="l">
              <a:defRPr sz="1125" b="1">
                <a:solidFill>
                  <a:srgbClr val="356DB5"/>
                </a:solidFill>
              </a:defRPr>
            </a:lvl5pPr>
            <a:lvl6pPr algn="l">
              <a:defRPr sz="1125" b="1">
                <a:solidFill>
                  <a:srgbClr val="356DB5"/>
                </a:solidFill>
              </a:defRPr>
            </a:lvl6pPr>
            <a:lvl7pPr algn="l">
              <a:defRPr sz="1125" b="1">
                <a:solidFill>
                  <a:srgbClr val="356DB5"/>
                </a:solidFill>
              </a:defRPr>
            </a:lvl7pPr>
            <a:lvl8pPr algn="l">
              <a:defRPr sz="1125" b="1">
                <a:solidFill>
                  <a:srgbClr val="356DB5"/>
                </a:solidFill>
              </a:defRPr>
            </a:lvl8pPr>
            <a:lvl9pPr algn="l">
              <a:defRPr sz="1125" b="1">
                <a:solidFill>
                  <a:srgbClr val="356DB5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356DB5"/>
                </a:solidFill>
              </a:defRPr>
            </a:pPr>
            <a:r>
              <a:rPr sz="1125" b="1">
                <a:solidFill>
                  <a:srgbClr val="356DB5"/>
                </a:solidFill>
              </a:rPr>
              <a:t>CONSUMIDORES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3B7D4C-95E5-455B-9416-DCA412C03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101828"/>
                </a:solidFill>
              </a:defRPr>
            </a:defPPr>
            <a:lvl1pPr algn="l">
              <a:defRPr sz="1425" b="0">
                <a:solidFill>
                  <a:srgbClr val="101828"/>
                </a:solidFill>
              </a:defRPr>
            </a:lvl1pPr>
            <a:lvl2pPr algn="l">
              <a:defRPr sz="1425" b="0">
                <a:solidFill>
                  <a:srgbClr val="101828"/>
                </a:solidFill>
              </a:defRPr>
            </a:lvl2pPr>
            <a:lvl3pPr algn="l">
              <a:defRPr sz="1425" b="0">
                <a:solidFill>
                  <a:srgbClr val="101828"/>
                </a:solidFill>
              </a:defRPr>
            </a:lvl3pPr>
            <a:lvl4pPr algn="l">
              <a:defRPr sz="1425" b="0">
                <a:solidFill>
                  <a:srgbClr val="101828"/>
                </a:solidFill>
              </a:defRPr>
            </a:lvl4pPr>
            <a:lvl5pPr algn="l">
              <a:defRPr sz="1425" b="0">
                <a:solidFill>
                  <a:srgbClr val="101828"/>
                </a:solidFill>
              </a:defRPr>
            </a:lvl5pPr>
            <a:lvl6pPr algn="l">
              <a:defRPr sz="1425" b="0">
                <a:solidFill>
                  <a:srgbClr val="101828"/>
                </a:solidFill>
              </a:defRPr>
            </a:lvl6pPr>
            <a:lvl7pPr algn="l">
              <a:defRPr sz="1425" b="0">
                <a:solidFill>
                  <a:srgbClr val="101828"/>
                </a:solidFill>
              </a:defRPr>
            </a:lvl7pPr>
            <a:lvl8pPr algn="l">
              <a:defRPr sz="1425" b="0">
                <a:solidFill>
                  <a:srgbClr val="101828"/>
                </a:solidFill>
              </a:defRPr>
            </a:lvl8pPr>
            <a:lvl9pPr algn="l">
              <a:defRPr sz="1425" b="0">
                <a:solidFill>
                  <a:srgbClr val="101828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Canales de la marca · registro por Customer Service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3FBAEF-14CA-4C31-A820-779BC7ECC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4762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DD5031-4755-483F-A4CF-E49C04C0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435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</a:defRPr>
            </a:defPPr>
            <a:lvl1pPr algn="l">
              <a:defRPr sz="1350" b="1">
                <a:solidFill>
                  <a:srgbClr val="FFFFFF"/>
                </a:solidFill>
              </a:defRPr>
            </a:lvl1pPr>
            <a:lvl2pPr algn="l">
              <a:defRPr sz="1350" b="1">
                <a:solidFill>
                  <a:srgbClr val="FFFFFF"/>
                </a:solidFill>
              </a:defRPr>
            </a:lvl2pPr>
            <a:lvl3pPr algn="l">
              <a:defRPr sz="1350" b="1">
                <a:solidFill>
                  <a:srgbClr val="FFFFFF"/>
                </a:solidFill>
              </a:defRPr>
            </a:lvl3pPr>
            <a:lvl4pPr algn="l">
              <a:defRPr sz="1350" b="1">
                <a:solidFill>
                  <a:srgbClr val="FFFFFF"/>
                </a:solidFill>
              </a:defRPr>
            </a:lvl4pPr>
            <a:lvl5pPr algn="l">
              <a:defRPr sz="1350" b="1">
                <a:solidFill>
                  <a:srgbClr val="FFFFFF"/>
                </a:solidFill>
              </a:defRPr>
            </a:lvl5pPr>
            <a:lvl6pPr algn="l">
              <a:defRPr sz="1350" b="1">
                <a:solidFill>
                  <a:srgbClr val="FFFFFF"/>
                </a:solidFill>
              </a:defRPr>
            </a:lvl6pPr>
            <a:lvl7pPr algn="l">
              <a:defRPr sz="1350" b="1">
                <a:solidFill>
                  <a:srgbClr val="FFFFFF"/>
                </a:solidFill>
              </a:defRPr>
            </a:lvl7pPr>
            <a:lvl8pPr algn="l">
              <a:defRPr sz="1350" b="1">
                <a:solidFill>
                  <a:srgbClr val="FFFFFF"/>
                </a:solidFill>
              </a:defRPr>
            </a:lvl8pPr>
            <a:lvl9pPr algn="l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Un registro común. Tech investiga.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171177-26A0-4444-B22A-420C73A8C0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7a9dc372cf41b8"/>
          <a:srcRect xmlns:a="http://schemas.openxmlformats.org/drawingml/2006/main" l="10068" t="0" r="1006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0" y="1619250"/>
            <a:ext cx="5676900" cy="4000500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DF0D6D-77CD-41E8-B267-A479B834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772150"/>
            <a:ext cx="567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>
                <a:solidFill>
                  <a:srgbClr val="667085"/>
                </a:solidFill>
              </a:defRPr>
            </a:defPPr>
            <a:lvl1pPr algn="l">
              <a:defRPr sz="1200" b="0">
                <a:solidFill>
                  <a:srgbClr val="667085"/>
                </a:solidFill>
              </a:defRPr>
            </a:lvl1pPr>
            <a:lvl2pPr algn="l">
              <a:defRPr sz="1200" b="0">
                <a:solidFill>
                  <a:srgbClr val="667085"/>
                </a:solidFill>
              </a:defRPr>
            </a:lvl2pPr>
            <a:lvl3pPr algn="l">
              <a:defRPr sz="1200" b="0">
                <a:solidFill>
                  <a:srgbClr val="667085"/>
                </a:solidFill>
              </a:defRPr>
            </a:lvl3pPr>
            <a:lvl4pPr algn="l">
              <a:defRPr sz="1200" b="0">
                <a:solidFill>
                  <a:srgbClr val="667085"/>
                </a:solidFill>
              </a:defRPr>
            </a:lvl4pPr>
            <a:lvl5pPr algn="l">
              <a:defRPr sz="1200" b="0">
                <a:solidFill>
                  <a:srgbClr val="667085"/>
                </a:solidFill>
              </a:defRPr>
            </a:lvl5pPr>
            <a:lvl6pPr algn="l">
              <a:defRPr sz="1200" b="0">
                <a:solidFill>
                  <a:srgbClr val="667085"/>
                </a:solidFill>
              </a:defRPr>
            </a:lvl6pPr>
            <a:lvl7pPr algn="l">
              <a:defRPr sz="1200" b="0">
                <a:solidFill>
                  <a:srgbClr val="667085"/>
                </a:solidFill>
              </a:defRPr>
            </a:lvl7pPr>
            <a:lvl8pPr algn="l">
              <a:defRPr sz="1200" b="0">
                <a:solidFill>
                  <a:srgbClr val="667085"/>
                </a:solidFill>
              </a:defRPr>
            </a:lvl8pPr>
            <a:lvl9pPr algn="l">
              <a:defRPr sz="1200" b="0">
                <a:solidFill>
                  <a:srgbClr val="667085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Alcance acotado para concretar la experiencia de servicio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177A2C-5E49-4AE1-AD98-DA5C32005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00" b="0">
                <a:solidFill>
                  <a:srgbClr val="667085"/>
                </a:solidFill>
              </a:defRPr>
            </a:defPPr>
            <a:lvl1pPr algn="l">
              <a:defRPr sz="900" b="0">
                <a:solidFill>
                  <a:srgbClr val="667085"/>
                </a:solidFill>
              </a:defRPr>
            </a:lvl1pPr>
            <a:lvl2pPr algn="l">
              <a:defRPr sz="900" b="0">
                <a:solidFill>
                  <a:srgbClr val="667085"/>
                </a:solidFill>
              </a:defRPr>
            </a:lvl2pPr>
            <a:lvl3pPr algn="l">
              <a:defRPr sz="900" b="0">
                <a:solidFill>
                  <a:srgbClr val="667085"/>
                </a:solidFill>
              </a:defRPr>
            </a:lvl3pPr>
            <a:lvl4pPr algn="l">
              <a:defRPr sz="900" b="0">
                <a:solidFill>
                  <a:srgbClr val="667085"/>
                </a:solidFill>
              </a:defRPr>
            </a:lvl4pPr>
            <a:lvl5pPr algn="l">
              <a:defRPr sz="900" b="0">
                <a:solidFill>
                  <a:srgbClr val="667085"/>
                </a:solidFill>
              </a:defRPr>
            </a:lvl5pPr>
            <a:lvl6pPr algn="l">
              <a:defRPr sz="900" b="0">
                <a:solidFill>
                  <a:srgbClr val="667085"/>
                </a:solidFill>
              </a:defRPr>
            </a:lvl6pPr>
            <a:lvl7pPr algn="l">
              <a:defRPr sz="900" b="0">
                <a:solidFill>
                  <a:srgbClr val="667085"/>
                </a:solidFill>
              </a:defRPr>
            </a:lvl7pPr>
            <a:lvl8pPr algn="l">
              <a:defRPr sz="900" b="0">
                <a:solidFill>
                  <a:srgbClr val="667085"/>
                </a:solidFill>
              </a:defRPr>
            </a:lvl8pPr>
            <a:lvl9pPr algn="l">
              <a:defRPr sz="900" b="0">
                <a:solidFill>
                  <a:srgbClr val="667085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Fase 2 · Demo académica · Datos ficticios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FB2279-B1B8-40E1-AE20-AE9B7499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900" b="1">
                <a:solidFill>
                  <a:srgbClr val="667085"/>
                </a:solidFill>
              </a:defRPr>
            </a:defPPr>
            <a:lvl1pPr algn="r">
              <a:defRPr sz="900" b="1">
                <a:solidFill>
                  <a:srgbClr val="667085"/>
                </a:solidFill>
              </a:defRPr>
            </a:lvl1pPr>
            <a:lvl2pPr algn="r">
              <a:defRPr sz="900" b="1">
                <a:solidFill>
                  <a:srgbClr val="667085"/>
                </a:solidFill>
              </a:defRPr>
            </a:lvl2pPr>
            <a:lvl3pPr algn="r">
              <a:defRPr sz="900" b="1">
                <a:solidFill>
                  <a:srgbClr val="667085"/>
                </a:solidFill>
              </a:defRPr>
            </a:lvl3pPr>
            <a:lvl4pPr algn="r">
              <a:defRPr sz="900" b="1">
                <a:solidFill>
                  <a:srgbClr val="667085"/>
                </a:solidFill>
              </a:defRPr>
            </a:lvl4pPr>
            <a:lvl5pPr algn="r">
              <a:defRPr sz="900" b="1">
                <a:solidFill>
                  <a:srgbClr val="667085"/>
                </a:solidFill>
              </a:defRPr>
            </a:lvl5pPr>
            <a:lvl6pPr algn="r">
              <a:defRPr sz="900" b="1">
                <a:solidFill>
                  <a:srgbClr val="667085"/>
                </a:solidFill>
              </a:defRPr>
            </a:lvl6pPr>
            <a:lvl7pPr algn="r">
              <a:defRPr sz="900" b="1">
                <a:solidFill>
                  <a:srgbClr val="667085"/>
                </a:solidFill>
              </a:defRPr>
            </a:lvl7pPr>
            <a:lvl8pPr algn="r">
              <a:defRPr sz="900" b="1">
                <a:solidFill>
                  <a:srgbClr val="667085"/>
                </a:solidFill>
              </a:defRPr>
            </a:lvl8pPr>
            <a:lvl9pPr algn="r">
              <a:defRPr sz="900" b="1">
                <a:solidFill>
                  <a:srgbClr val="667085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724967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5342BE-BA71-4C0E-B97A-F986A1F2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1">
                <a:solidFill>
                  <a:srgbClr val="356DB5"/>
                </a:solidFill>
              </a:defRPr>
            </a:defPPr>
            <a:lvl1pPr algn="l">
              <a:defRPr sz="1050" b="1">
                <a:solidFill>
                  <a:srgbClr val="356DB5"/>
                </a:solidFill>
              </a:defRPr>
            </a:lvl1pPr>
            <a:lvl2pPr algn="l">
              <a:defRPr sz="1050" b="1">
                <a:solidFill>
                  <a:srgbClr val="356DB5"/>
                </a:solidFill>
              </a:defRPr>
            </a:lvl2pPr>
            <a:lvl3pPr algn="l">
              <a:defRPr sz="1050" b="1">
                <a:solidFill>
                  <a:srgbClr val="356DB5"/>
                </a:solidFill>
              </a:defRPr>
            </a:lvl3pPr>
            <a:lvl4pPr algn="l">
              <a:defRPr sz="1050" b="1">
                <a:solidFill>
                  <a:srgbClr val="356DB5"/>
                </a:solidFill>
              </a:defRPr>
            </a:lvl4pPr>
            <a:lvl5pPr algn="l">
              <a:defRPr sz="1050" b="1">
                <a:solidFill>
                  <a:srgbClr val="356DB5"/>
                </a:solidFill>
              </a:defRPr>
            </a:lvl5pPr>
            <a:lvl6pPr algn="l">
              <a:defRPr sz="1050" b="1">
                <a:solidFill>
                  <a:srgbClr val="356DB5"/>
                </a:solidFill>
              </a:defRPr>
            </a:lvl6pPr>
            <a:lvl7pPr algn="l">
              <a:defRPr sz="1050" b="1">
                <a:solidFill>
                  <a:srgbClr val="356DB5"/>
                </a:solidFill>
              </a:defRPr>
            </a:lvl7pPr>
            <a:lvl8pPr algn="l">
              <a:defRPr sz="1050" b="1">
                <a:solidFill>
                  <a:srgbClr val="356DB5"/>
                </a:solidFill>
              </a:defRPr>
            </a:lvl8pPr>
            <a:lvl9pPr algn="l">
              <a:defRPr sz="1050" b="1">
                <a:solidFill>
                  <a:srgbClr val="356DB5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356DB5"/>
                </a:solidFill>
              </a:defRPr>
            </a:pPr>
            <a:r>
              <a:rPr sz="1050" b="1">
                <a:solidFill>
                  <a:srgbClr val="356DB5"/>
                </a:solidFill>
              </a:rPr>
              <a:t>BEVSTACK · SERVICE DESK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88C740-8280-4070-A748-F0A55D0C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000" b="1">
                <a:solidFill>
                  <a:srgbClr val="102743"/>
                </a:solidFill>
              </a:defRPr>
            </a:defPPr>
            <a:lvl1pPr algn="l">
              <a:defRPr sz="3000" b="1">
                <a:solidFill>
                  <a:srgbClr val="102743"/>
                </a:solidFill>
              </a:defRPr>
            </a:lvl1pPr>
            <a:lvl2pPr algn="l">
              <a:defRPr sz="3000" b="1">
                <a:solidFill>
                  <a:srgbClr val="102743"/>
                </a:solidFill>
              </a:defRPr>
            </a:lvl2pPr>
            <a:lvl3pPr algn="l">
              <a:defRPr sz="3000" b="1">
                <a:solidFill>
                  <a:srgbClr val="102743"/>
                </a:solidFill>
              </a:defRPr>
            </a:lvl3pPr>
            <a:lvl4pPr algn="l">
              <a:defRPr sz="3000" b="1">
                <a:solidFill>
                  <a:srgbClr val="102743"/>
                </a:solidFill>
              </a:defRPr>
            </a:lvl4pPr>
            <a:lvl5pPr algn="l">
              <a:defRPr sz="3000" b="1">
                <a:solidFill>
                  <a:srgbClr val="102743"/>
                </a:solidFill>
              </a:defRPr>
            </a:lvl5pPr>
            <a:lvl6pPr algn="l">
              <a:defRPr sz="3000" b="1">
                <a:solidFill>
                  <a:srgbClr val="102743"/>
                </a:solidFill>
              </a:defRPr>
            </a:lvl6pPr>
            <a:lvl7pPr algn="l">
              <a:defRPr sz="3000" b="1">
                <a:solidFill>
                  <a:srgbClr val="102743"/>
                </a:solidFill>
              </a:defRPr>
            </a:lvl7pPr>
            <a:lvl8pPr algn="l">
              <a:defRPr sz="3000" b="1">
                <a:solidFill>
                  <a:srgbClr val="102743"/>
                </a:solidFill>
              </a:defRPr>
            </a:lvl8pPr>
            <a:lvl9pPr algn="l">
              <a:defRPr sz="3000" b="1">
                <a:solidFill>
                  <a:srgbClr val="102743"/>
                </a:solidFill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02743"/>
                </a:solidFill>
              </a:defRPr>
            </a:pPr>
            <a:r>
              <a:rPr sz="3000" b="1">
                <a:solidFill>
                  <a:srgbClr val="102743"/>
                </a:solidFill>
              </a:rPr>
              <a:t>Flujo del Service Desk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FAC916-1B31-4F2D-9F3B-72102F3B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A926B0-3428-443D-A92B-E607C806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0">
                <a:solidFill>
                  <a:srgbClr val="667085"/>
                </a:solidFill>
              </a:defRPr>
            </a:defPPr>
            <a:lvl1pPr algn="l">
              <a:defRPr sz="1650" b="0">
                <a:solidFill>
                  <a:srgbClr val="667085"/>
                </a:solidFill>
              </a:defRPr>
            </a:lvl1pPr>
            <a:lvl2pPr algn="l">
              <a:defRPr sz="1650" b="0">
                <a:solidFill>
                  <a:srgbClr val="667085"/>
                </a:solidFill>
              </a:defRPr>
            </a:lvl2pPr>
            <a:lvl3pPr algn="l">
              <a:defRPr sz="1650" b="0">
                <a:solidFill>
                  <a:srgbClr val="667085"/>
                </a:solidFill>
              </a:defRPr>
            </a:lvl3pPr>
            <a:lvl4pPr algn="l">
              <a:defRPr sz="1650" b="0">
                <a:solidFill>
                  <a:srgbClr val="667085"/>
                </a:solidFill>
              </a:defRPr>
            </a:lvl4pPr>
            <a:lvl5pPr algn="l">
              <a:defRPr sz="1650" b="0">
                <a:solidFill>
                  <a:srgbClr val="667085"/>
                </a:solidFill>
              </a:defRPr>
            </a:lvl5pPr>
            <a:lvl6pPr algn="l">
              <a:defRPr sz="1650" b="0">
                <a:solidFill>
                  <a:srgbClr val="667085"/>
                </a:solidFill>
              </a:defRPr>
            </a:lvl6pPr>
            <a:lvl7pPr algn="l">
              <a:defRPr sz="1650" b="0">
                <a:solidFill>
                  <a:srgbClr val="667085"/>
                </a:solidFill>
              </a:defRPr>
            </a:lvl7pPr>
            <a:lvl8pPr algn="l">
              <a:defRPr sz="1650" b="0">
                <a:solidFill>
                  <a:srgbClr val="667085"/>
                </a:solidFill>
              </a:defRPr>
            </a:lvl8pPr>
            <a:lvl9pPr algn="l">
              <a:defRPr sz="1650" b="0">
                <a:solidFill>
                  <a:srgbClr val="667085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67085"/>
                </a:solidFill>
              </a:defRPr>
            </a:pPr>
            <a:r>
              <a:rPr sz="1650" b="0">
                <a:solidFill>
                  <a:srgbClr val="667085"/>
                </a:solidFill>
              </a:rPr>
              <a:t>Dos entradas convergen en un ticket y mantienen clara la responsabilidad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4A1162-DCCC-4903-83D6-AB35A3261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61925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EAF0F8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38C3BF-F423-4D96-B5A0-3BF7B456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05075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1">
                <a:solidFill>
                  <a:srgbClr val="17365D"/>
                </a:solidFill>
              </a:defRPr>
            </a:defPPr>
            <a:lvl1pPr algn="l">
              <a:defRPr sz="975" b="1">
                <a:solidFill>
                  <a:srgbClr val="17365D"/>
                </a:solidFill>
              </a:defRPr>
            </a:lvl1pPr>
            <a:lvl2pPr algn="l">
              <a:defRPr sz="975" b="1">
                <a:solidFill>
                  <a:srgbClr val="17365D"/>
                </a:solidFill>
              </a:defRPr>
            </a:lvl2pPr>
            <a:lvl3pPr algn="l">
              <a:defRPr sz="975" b="1">
                <a:solidFill>
                  <a:srgbClr val="17365D"/>
                </a:solidFill>
              </a:defRPr>
            </a:lvl3pPr>
            <a:lvl4pPr algn="l">
              <a:defRPr sz="975" b="1">
                <a:solidFill>
                  <a:srgbClr val="17365D"/>
                </a:solidFill>
              </a:defRPr>
            </a:lvl4pPr>
            <a:lvl5pPr algn="l">
              <a:defRPr sz="975" b="1">
                <a:solidFill>
                  <a:srgbClr val="17365D"/>
                </a:solidFill>
              </a:defRPr>
            </a:lvl5pPr>
            <a:lvl6pPr algn="l">
              <a:defRPr sz="975" b="1">
                <a:solidFill>
                  <a:srgbClr val="17365D"/>
                </a:solidFill>
              </a:defRPr>
            </a:lvl6pPr>
            <a:lvl7pPr algn="l">
              <a:defRPr sz="975" b="1">
                <a:solidFill>
                  <a:srgbClr val="17365D"/>
                </a:solidFill>
              </a:defRPr>
            </a:lvl7pPr>
            <a:lvl8pPr algn="l">
              <a:defRPr sz="975" b="1">
                <a:solidFill>
                  <a:srgbClr val="17365D"/>
                </a:solidFill>
              </a:defRPr>
            </a:lvl8pPr>
            <a:lvl9pPr algn="l">
              <a:defRPr sz="975" b="1">
                <a:solidFill>
                  <a:srgbClr val="17365D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7365D"/>
                </a:solidFill>
              </a:defRPr>
            </a:pPr>
            <a:r>
              <a:rPr sz="975" b="1">
                <a:solidFill>
                  <a:srgbClr val="17365D"/>
                </a:solidFill>
              </a:rPr>
              <a:t>1 · ENTRADA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D60C5F-9F3D-4E6C-A7AF-F8DBEC8F8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24175"/>
            <a:ext cx="1381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01828"/>
                </a:solidFill>
              </a:defRPr>
            </a:defPPr>
            <a:lvl1pPr algn="l">
              <a:defRPr sz="1425" b="1">
                <a:solidFill>
                  <a:srgbClr val="101828"/>
                </a:solidFill>
              </a:defRPr>
            </a:lvl1pPr>
            <a:lvl2pPr algn="l">
              <a:defRPr sz="1425" b="1">
                <a:solidFill>
                  <a:srgbClr val="101828"/>
                </a:solidFill>
              </a:defRPr>
            </a:lvl2pPr>
            <a:lvl3pPr algn="l">
              <a:defRPr sz="1425" b="1">
                <a:solidFill>
                  <a:srgbClr val="101828"/>
                </a:solidFill>
              </a:defRPr>
            </a:lvl3pPr>
            <a:lvl4pPr algn="l">
              <a:defRPr sz="1425" b="1">
                <a:solidFill>
                  <a:srgbClr val="101828"/>
                </a:solidFill>
              </a:defRPr>
            </a:lvl4pPr>
            <a:lvl5pPr algn="l">
              <a:defRPr sz="1425" b="1">
                <a:solidFill>
                  <a:srgbClr val="101828"/>
                </a:solidFill>
              </a:defRPr>
            </a:lvl5pPr>
            <a:lvl6pPr algn="l">
              <a:defRPr sz="1425" b="1">
                <a:solidFill>
                  <a:srgbClr val="101828"/>
                </a:solidFill>
              </a:defRPr>
            </a:lvl6pPr>
            <a:lvl7pPr algn="l">
              <a:defRPr sz="1425" b="1">
                <a:solidFill>
                  <a:srgbClr val="101828"/>
                </a:solidFill>
              </a:defRPr>
            </a:lvl7pPr>
            <a:lvl8pPr algn="l">
              <a:defRPr sz="1425" b="1">
                <a:solidFill>
                  <a:srgbClr val="101828"/>
                </a:solidFill>
              </a:defRPr>
            </a:lvl8pPr>
            <a:lvl9pPr algn="l">
              <a:defRPr sz="1425" b="1">
                <a:solidFill>
                  <a:srgbClr val="101828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1828"/>
                </a:solidFill>
              </a:defRPr>
            </a:pPr>
            <a:r>
              <a:rPr sz="1425" b="1">
                <a:solidFill>
                  <a:srgbClr val="101828"/>
                </a:solidFill>
              </a:rPr>
              <a:t>Marca o</a:t>
            </a:r>
          </a:p>
          <a:p xmlns:a="http://schemas.openxmlformats.org/drawingml/2006/main">
            <a:pPr algn="l">
              <a:defRPr sz="1425" b="1">
                <a:solidFill>
                  <a:srgbClr val="101828"/>
                </a:solidFill>
              </a:defRPr>
            </a:pPr>
            <a:r>
              <a:rPr sz="1425" b="1">
                <a:solidFill>
                  <a:srgbClr val="101828"/>
                </a:solidFill>
              </a:rPr>
              <a:t>consumidor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52E6E0-3BBC-4402-961D-9ADE22D68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24100"/>
            <a:ext cx="161925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49121B-00D9-4811-93AE-DE121D1DF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505075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1">
                <a:solidFill>
                  <a:srgbClr val="356DB5"/>
                </a:solidFill>
              </a:defRPr>
            </a:defPPr>
            <a:lvl1pPr algn="l">
              <a:defRPr sz="975" b="1">
                <a:solidFill>
                  <a:srgbClr val="356DB5"/>
                </a:solidFill>
              </a:defRPr>
            </a:lvl1pPr>
            <a:lvl2pPr algn="l">
              <a:defRPr sz="975" b="1">
                <a:solidFill>
                  <a:srgbClr val="356DB5"/>
                </a:solidFill>
              </a:defRPr>
            </a:lvl2pPr>
            <a:lvl3pPr algn="l">
              <a:defRPr sz="975" b="1">
                <a:solidFill>
                  <a:srgbClr val="356DB5"/>
                </a:solidFill>
              </a:defRPr>
            </a:lvl3pPr>
            <a:lvl4pPr algn="l">
              <a:defRPr sz="975" b="1">
                <a:solidFill>
                  <a:srgbClr val="356DB5"/>
                </a:solidFill>
              </a:defRPr>
            </a:lvl4pPr>
            <a:lvl5pPr algn="l">
              <a:defRPr sz="975" b="1">
                <a:solidFill>
                  <a:srgbClr val="356DB5"/>
                </a:solidFill>
              </a:defRPr>
            </a:lvl5pPr>
            <a:lvl6pPr algn="l">
              <a:defRPr sz="975" b="1">
                <a:solidFill>
                  <a:srgbClr val="356DB5"/>
                </a:solidFill>
              </a:defRPr>
            </a:lvl6pPr>
            <a:lvl7pPr algn="l">
              <a:defRPr sz="975" b="1">
                <a:solidFill>
                  <a:srgbClr val="356DB5"/>
                </a:solidFill>
              </a:defRPr>
            </a:lvl7pPr>
            <a:lvl8pPr algn="l">
              <a:defRPr sz="975" b="1">
                <a:solidFill>
                  <a:srgbClr val="356DB5"/>
                </a:solidFill>
              </a:defRPr>
            </a:lvl8pPr>
            <a:lvl9pPr algn="l">
              <a:defRPr sz="975" b="1">
                <a:solidFill>
                  <a:srgbClr val="356DB5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356DB5"/>
                </a:solidFill>
              </a:defRPr>
            </a:pPr>
            <a:r>
              <a:rPr sz="975" b="1">
                <a:solidFill>
                  <a:srgbClr val="356DB5"/>
                </a:solidFill>
              </a:rPr>
              <a:t>2 · REGISTRO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93F8D8-A88B-4280-AECB-3BED270A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24175"/>
            <a:ext cx="1381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01828"/>
                </a:solidFill>
              </a:defRPr>
            </a:defPPr>
            <a:lvl1pPr algn="l">
              <a:defRPr sz="1425" b="1">
                <a:solidFill>
                  <a:srgbClr val="101828"/>
                </a:solidFill>
              </a:defRPr>
            </a:lvl1pPr>
            <a:lvl2pPr algn="l">
              <a:defRPr sz="1425" b="1">
                <a:solidFill>
                  <a:srgbClr val="101828"/>
                </a:solidFill>
              </a:defRPr>
            </a:lvl2pPr>
            <a:lvl3pPr algn="l">
              <a:defRPr sz="1425" b="1">
                <a:solidFill>
                  <a:srgbClr val="101828"/>
                </a:solidFill>
              </a:defRPr>
            </a:lvl3pPr>
            <a:lvl4pPr algn="l">
              <a:defRPr sz="1425" b="1">
                <a:solidFill>
                  <a:srgbClr val="101828"/>
                </a:solidFill>
              </a:defRPr>
            </a:lvl4pPr>
            <a:lvl5pPr algn="l">
              <a:defRPr sz="1425" b="1">
                <a:solidFill>
                  <a:srgbClr val="101828"/>
                </a:solidFill>
              </a:defRPr>
            </a:lvl5pPr>
            <a:lvl6pPr algn="l">
              <a:defRPr sz="1425" b="1">
                <a:solidFill>
                  <a:srgbClr val="101828"/>
                </a:solidFill>
              </a:defRPr>
            </a:lvl6pPr>
            <a:lvl7pPr algn="l">
              <a:defRPr sz="1425" b="1">
                <a:solidFill>
                  <a:srgbClr val="101828"/>
                </a:solidFill>
              </a:defRPr>
            </a:lvl7pPr>
            <a:lvl8pPr algn="l">
              <a:defRPr sz="1425" b="1">
                <a:solidFill>
                  <a:srgbClr val="101828"/>
                </a:solidFill>
              </a:defRPr>
            </a:lvl8pPr>
            <a:lvl9pPr algn="l">
              <a:defRPr sz="1425" b="1">
                <a:solidFill>
                  <a:srgbClr val="101828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1828"/>
                </a:solidFill>
              </a:defRPr>
            </a:pPr>
            <a:r>
              <a:rPr sz="1425" b="1">
                <a:solidFill>
                  <a:srgbClr val="101828"/>
                </a:solidFill>
              </a:rPr>
              <a:t>AM / CS</a:t>
            </a:r>
          </a:p>
          <a:p xmlns:a="http://schemas.openxmlformats.org/drawingml/2006/main">
            <a:pPr algn="l">
              <a:defRPr sz="1425" b="1">
                <a:solidFill>
                  <a:srgbClr val="101828"/>
                </a:solidFill>
              </a:defRPr>
            </a:pPr>
            <a:r>
              <a:rPr sz="1425" b="1">
                <a:solidFill>
                  <a:srgbClr val="101828"/>
                </a:solidFill>
              </a:rPr>
              <a:t>crea el ticket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9492CC-A7C9-4936-B8B2-5858C2A23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24100"/>
            <a:ext cx="161925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FF5E3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BB9BBC-DE8B-4DD1-8631-747D4F43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05075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1">
                <a:solidFill>
                  <a:srgbClr val="9A681B"/>
                </a:solidFill>
              </a:defRPr>
            </a:defPPr>
            <a:lvl1pPr algn="l">
              <a:defRPr sz="975" b="1">
                <a:solidFill>
                  <a:srgbClr val="9A681B"/>
                </a:solidFill>
              </a:defRPr>
            </a:lvl1pPr>
            <a:lvl2pPr algn="l">
              <a:defRPr sz="975" b="1">
                <a:solidFill>
                  <a:srgbClr val="9A681B"/>
                </a:solidFill>
              </a:defRPr>
            </a:lvl2pPr>
            <a:lvl3pPr algn="l">
              <a:defRPr sz="975" b="1">
                <a:solidFill>
                  <a:srgbClr val="9A681B"/>
                </a:solidFill>
              </a:defRPr>
            </a:lvl3pPr>
            <a:lvl4pPr algn="l">
              <a:defRPr sz="975" b="1">
                <a:solidFill>
                  <a:srgbClr val="9A681B"/>
                </a:solidFill>
              </a:defRPr>
            </a:lvl4pPr>
            <a:lvl5pPr algn="l">
              <a:defRPr sz="975" b="1">
                <a:solidFill>
                  <a:srgbClr val="9A681B"/>
                </a:solidFill>
              </a:defRPr>
            </a:lvl5pPr>
            <a:lvl6pPr algn="l">
              <a:defRPr sz="975" b="1">
                <a:solidFill>
                  <a:srgbClr val="9A681B"/>
                </a:solidFill>
              </a:defRPr>
            </a:lvl6pPr>
            <a:lvl7pPr algn="l">
              <a:defRPr sz="975" b="1">
                <a:solidFill>
                  <a:srgbClr val="9A681B"/>
                </a:solidFill>
              </a:defRPr>
            </a:lvl7pPr>
            <a:lvl8pPr algn="l">
              <a:defRPr sz="975" b="1">
                <a:solidFill>
                  <a:srgbClr val="9A681B"/>
                </a:solidFill>
              </a:defRPr>
            </a:lvl8pPr>
            <a:lvl9pPr algn="l">
              <a:defRPr sz="975" b="1">
                <a:solidFill>
                  <a:srgbClr val="9A681B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9A681B"/>
                </a:solidFill>
              </a:defRPr>
            </a:pPr>
            <a:r>
              <a:rPr sz="975" b="1">
                <a:solidFill>
                  <a:srgbClr val="9A681B"/>
                </a:solidFill>
              </a:rPr>
              <a:t>3 · TRIAGE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E417B4-726E-4C1E-B52F-1031F351A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24175"/>
            <a:ext cx="1381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01828"/>
                </a:solidFill>
              </a:defRPr>
            </a:defPPr>
            <a:lvl1pPr algn="l">
              <a:defRPr sz="1425" b="1">
                <a:solidFill>
                  <a:srgbClr val="101828"/>
                </a:solidFill>
              </a:defRPr>
            </a:lvl1pPr>
            <a:lvl2pPr algn="l">
              <a:defRPr sz="1425" b="1">
                <a:solidFill>
                  <a:srgbClr val="101828"/>
                </a:solidFill>
              </a:defRPr>
            </a:lvl2pPr>
            <a:lvl3pPr algn="l">
              <a:defRPr sz="1425" b="1">
                <a:solidFill>
                  <a:srgbClr val="101828"/>
                </a:solidFill>
              </a:defRPr>
            </a:lvl3pPr>
            <a:lvl4pPr algn="l">
              <a:defRPr sz="1425" b="1">
                <a:solidFill>
                  <a:srgbClr val="101828"/>
                </a:solidFill>
              </a:defRPr>
            </a:lvl4pPr>
            <a:lvl5pPr algn="l">
              <a:defRPr sz="1425" b="1">
                <a:solidFill>
                  <a:srgbClr val="101828"/>
                </a:solidFill>
              </a:defRPr>
            </a:lvl5pPr>
            <a:lvl6pPr algn="l">
              <a:defRPr sz="1425" b="1">
                <a:solidFill>
                  <a:srgbClr val="101828"/>
                </a:solidFill>
              </a:defRPr>
            </a:lvl6pPr>
            <a:lvl7pPr algn="l">
              <a:defRPr sz="1425" b="1">
                <a:solidFill>
                  <a:srgbClr val="101828"/>
                </a:solidFill>
              </a:defRPr>
            </a:lvl7pPr>
            <a:lvl8pPr algn="l">
              <a:defRPr sz="1425" b="1">
                <a:solidFill>
                  <a:srgbClr val="101828"/>
                </a:solidFill>
              </a:defRPr>
            </a:lvl8pPr>
            <a:lvl9pPr algn="l">
              <a:defRPr sz="1425" b="1">
                <a:solidFill>
                  <a:srgbClr val="101828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1828"/>
                </a:solidFill>
              </a:defRPr>
            </a:pPr>
            <a:r>
              <a:rPr sz="1425" b="1">
                <a:solidFill>
                  <a:srgbClr val="101828"/>
                </a:solidFill>
              </a:rPr>
              <a:t>Tipo, categoría,</a:t>
            </a:r>
          </a:p>
          <a:p xmlns:a="http://schemas.openxmlformats.org/drawingml/2006/main">
            <a:pPr algn="l">
              <a:defRPr sz="1425" b="1">
                <a:solidFill>
                  <a:srgbClr val="101828"/>
                </a:solidFill>
              </a:defRPr>
            </a:pPr>
            <a:r>
              <a:rPr sz="1425" b="1">
                <a:solidFill>
                  <a:srgbClr val="101828"/>
                </a:solidFill>
              </a:rPr>
              <a:t>impacto y urgencia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CAC503-5FB2-4896-A1DB-32584DC05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24100"/>
            <a:ext cx="161925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29C631-0243-40FF-B863-B64D84A10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05075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1">
                <a:solidFill>
                  <a:srgbClr val="17365D"/>
                </a:solidFill>
              </a:defRPr>
            </a:defPPr>
            <a:lvl1pPr algn="l">
              <a:defRPr sz="975" b="1">
                <a:solidFill>
                  <a:srgbClr val="17365D"/>
                </a:solidFill>
              </a:defRPr>
            </a:lvl1pPr>
            <a:lvl2pPr algn="l">
              <a:defRPr sz="975" b="1">
                <a:solidFill>
                  <a:srgbClr val="17365D"/>
                </a:solidFill>
              </a:defRPr>
            </a:lvl2pPr>
            <a:lvl3pPr algn="l">
              <a:defRPr sz="975" b="1">
                <a:solidFill>
                  <a:srgbClr val="17365D"/>
                </a:solidFill>
              </a:defRPr>
            </a:lvl3pPr>
            <a:lvl4pPr algn="l">
              <a:defRPr sz="975" b="1">
                <a:solidFill>
                  <a:srgbClr val="17365D"/>
                </a:solidFill>
              </a:defRPr>
            </a:lvl4pPr>
            <a:lvl5pPr algn="l">
              <a:defRPr sz="975" b="1">
                <a:solidFill>
                  <a:srgbClr val="17365D"/>
                </a:solidFill>
              </a:defRPr>
            </a:lvl5pPr>
            <a:lvl6pPr algn="l">
              <a:defRPr sz="975" b="1">
                <a:solidFill>
                  <a:srgbClr val="17365D"/>
                </a:solidFill>
              </a:defRPr>
            </a:lvl6pPr>
            <a:lvl7pPr algn="l">
              <a:defRPr sz="975" b="1">
                <a:solidFill>
                  <a:srgbClr val="17365D"/>
                </a:solidFill>
              </a:defRPr>
            </a:lvl7pPr>
            <a:lvl8pPr algn="l">
              <a:defRPr sz="975" b="1">
                <a:solidFill>
                  <a:srgbClr val="17365D"/>
                </a:solidFill>
              </a:defRPr>
            </a:lvl8pPr>
            <a:lvl9pPr algn="l">
              <a:defRPr sz="975" b="1">
                <a:solidFill>
                  <a:srgbClr val="17365D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7365D"/>
                </a:solidFill>
              </a:defRPr>
            </a:pPr>
            <a:r>
              <a:rPr sz="975" b="1">
                <a:solidFill>
                  <a:srgbClr val="17365D"/>
                </a:solidFill>
              </a:rPr>
              <a:t>4 · INVESTIGACIÓN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841B07-45E9-484C-A9B7-6EC216647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24175"/>
            <a:ext cx="1381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01828"/>
                </a:solidFill>
              </a:defRPr>
            </a:defPPr>
            <a:lvl1pPr algn="l">
              <a:defRPr sz="1425" b="1">
                <a:solidFill>
                  <a:srgbClr val="101828"/>
                </a:solidFill>
              </a:defRPr>
            </a:lvl1pPr>
            <a:lvl2pPr algn="l">
              <a:defRPr sz="1425" b="1">
                <a:solidFill>
                  <a:srgbClr val="101828"/>
                </a:solidFill>
              </a:defRPr>
            </a:lvl2pPr>
            <a:lvl3pPr algn="l">
              <a:defRPr sz="1425" b="1">
                <a:solidFill>
                  <a:srgbClr val="101828"/>
                </a:solidFill>
              </a:defRPr>
            </a:lvl3pPr>
            <a:lvl4pPr algn="l">
              <a:defRPr sz="1425" b="1">
                <a:solidFill>
                  <a:srgbClr val="101828"/>
                </a:solidFill>
              </a:defRPr>
            </a:lvl4pPr>
            <a:lvl5pPr algn="l">
              <a:defRPr sz="1425" b="1">
                <a:solidFill>
                  <a:srgbClr val="101828"/>
                </a:solidFill>
              </a:defRPr>
            </a:lvl5pPr>
            <a:lvl6pPr algn="l">
              <a:defRPr sz="1425" b="1">
                <a:solidFill>
                  <a:srgbClr val="101828"/>
                </a:solidFill>
              </a:defRPr>
            </a:lvl6pPr>
            <a:lvl7pPr algn="l">
              <a:defRPr sz="1425" b="1">
                <a:solidFill>
                  <a:srgbClr val="101828"/>
                </a:solidFill>
              </a:defRPr>
            </a:lvl7pPr>
            <a:lvl8pPr algn="l">
              <a:defRPr sz="1425" b="1">
                <a:solidFill>
                  <a:srgbClr val="101828"/>
                </a:solidFill>
              </a:defRPr>
            </a:lvl8pPr>
            <a:lvl9pPr algn="l">
              <a:defRPr sz="1425" b="1">
                <a:solidFill>
                  <a:srgbClr val="101828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1828"/>
                </a:solidFill>
              </a:defRPr>
            </a:pPr>
            <a:r>
              <a:rPr sz="1425" b="1">
                <a:solidFill>
                  <a:srgbClr val="101828"/>
                </a:solidFill>
              </a:rPr>
              <a:t>Tech → proveedor</a:t>
            </a:r>
          </a:p>
          <a:p xmlns:a="http://schemas.openxmlformats.org/drawingml/2006/main">
            <a:pPr algn="l">
              <a:defRPr sz="1425" b="1">
                <a:solidFill>
                  <a:srgbClr val="101828"/>
                </a:solidFill>
              </a:defRPr>
            </a:pPr>
            <a:r>
              <a:rPr sz="1425" b="1">
                <a:solidFill>
                  <a:srgbClr val="101828"/>
                </a:solidFill>
              </a:rPr>
              <a:t>si aplica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3ED202-A953-47F9-9ABA-B40A5A2E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019425"/>
            <a:ext cx="152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56DB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DDB68B-FEFC-4D5D-8F0F-40C6E0E8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76225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950" b="1">
                <a:solidFill>
                  <a:srgbClr val="356DB5"/>
                </a:solidFill>
              </a:defRPr>
            </a:defPPr>
            <a:lvl1pPr algn="ctr">
              <a:defRPr sz="1950" b="1">
                <a:solidFill>
                  <a:srgbClr val="356DB5"/>
                </a:solidFill>
              </a:defRPr>
            </a:lvl1pPr>
            <a:lvl2pPr algn="ctr">
              <a:defRPr sz="1950" b="1">
                <a:solidFill>
                  <a:srgbClr val="356DB5"/>
                </a:solidFill>
              </a:defRPr>
            </a:lvl2pPr>
            <a:lvl3pPr algn="ctr">
              <a:defRPr sz="1950" b="1">
                <a:solidFill>
                  <a:srgbClr val="356DB5"/>
                </a:solidFill>
              </a:defRPr>
            </a:lvl3pPr>
            <a:lvl4pPr algn="ctr">
              <a:defRPr sz="1950" b="1">
                <a:solidFill>
                  <a:srgbClr val="356DB5"/>
                </a:solidFill>
              </a:defRPr>
            </a:lvl4pPr>
            <a:lvl5pPr algn="ctr">
              <a:defRPr sz="1950" b="1">
                <a:solidFill>
                  <a:srgbClr val="356DB5"/>
                </a:solidFill>
              </a:defRPr>
            </a:lvl5pPr>
            <a:lvl6pPr algn="ctr">
              <a:defRPr sz="1950" b="1">
                <a:solidFill>
                  <a:srgbClr val="356DB5"/>
                </a:solidFill>
              </a:defRPr>
            </a:lvl6pPr>
            <a:lvl7pPr algn="ctr">
              <a:defRPr sz="1950" b="1">
                <a:solidFill>
                  <a:srgbClr val="356DB5"/>
                </a:solidFill>
              </a:defRPr>
            </a:lvl7pPr>
            <a:lvl8pPr algn="ctr">
              <a:defRPr sz="1950" b="1">
                <a:solidFill>
                  <a:srgbClr val="356DB5"/>
                </a:solidFill>
              </a:defRPr>
            </a:lvl8pPr>
            <a:lvl9pPr algn="ctr">
              <a:defRPr sz="1950" b="1">
                <a:solidFill>
                  <a:srgbClr val="356DB5"/>
                </a:solidFill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356DB5"/>
                </a:solidFill>
              </a:defRPr>
            </a:pPr>
            <a:r>
              <a:rPr sz="1950" b="1">
                <a:solidFill>
                  <a:srgbClr val="356DB5"/>
                </a:solidFill>
              </a:rPr>
              <a:t>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45F6BE-948E-4ABA-A55C-9B1838F65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019425"/>
            <a:ext cx="152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56DB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75575F-8E70-4144-9639-677F631E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76225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950" b="1">
                <a:solidFill>
                  <a:srgbClr val="356DB5"/>
                </a:solidFill>
              </a:defRPr>
            </a:defPPr>
            <a:lvl1pPr algn="ctr">
              <a:defRPr sz="1950" b="1">
                <a:solidFill>
                  <a:srgbClr val="356DB5"/>
                </a:solidFill>
              </a:defRPr>
            </a:lvl1pPr>
            <a:lvl2pPr algn="ctr">
              <a:defRPr sz="1950" b="1">
                <a:solidFill>
                  <a:srgbClr val="356DB5"/>
                </a:solidFill>
              </a:defRPr>
            </a:lvl2pPr>
            <a:lvl3pPr algn="ctr">
              <a:defRPr sz="1950" b="1">
                <a:solidFill>
                  <a:srgbClr val="356DB5"/>
                </a:solidFill>
              </a:defRPr>
            </a:lvl3pPr>
            <a:lvl4pPr algn="ctr">
              <a:defRPr sz="1950" b="1">
                <a:solidFill>
                  <a:srgbClr val="356DB5"/>
                </a:solidFill>
              </a:defRPr>
            </a:lvl4pPr>
            <a:lvl5pPr algn="ctr">
              <a:defRPr sz="1950" b="1">
                <a:solidFill>
                  <a:srgbClr val="356DB5"/>
                </a:solidFill>
              </a:defRPr>
            </a:lvl5pPr>
            <a:lvl6pPr algn="ctr">
              <a:defRPr sz="1950" b="1">
                <a:solidFill>
                  <a:srgbClr val="356DB5"/>
                </a:solidFill>
              </a:defRPr>
            </a:lvl6pPr>
            <a:lvl7pPr algn="ctr">
              <a:defRPr sz="1950" b="1">
                <a:solidFill>
                  <a:srgbClr val="356DB5"/>
                </a:solidFill>
              </a:defRPr>
            </a:lvl7pPr>
            <a:lvl8pPr algn="ctr">
              <a:defRPr sz="1950" b="1">
                <a:solidFill>
                  <a:srgbClr val="356DB5"/>
                </a:solidFill>
              </a:defRPr>
            </a:lvl8pPr>
            <a:lvl9pPr algn="ctr">
              <a:defRPr sz="1950" b="1">
                <a:solidFill>
                  <a:srgbClr val="356DB5"/>
                </a:solidFill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356DB5"/>
                </a:solidFill>
              </a:defRPr>
            </a:pPr>
            <a:r>
              <a:rPr sz="1950" b="1">
                <a:solidFill>
                  <a:srgbClr val="356DB5"/>
                </a:solidFill>
              </a:rPr>
              <a:t>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622BC8-8BAE-4598-A684-1611C5A3A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019425"/>
            <a:ext cx="152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56DB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B41CAC-9C03-4397-A4D8-24E3EE855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76225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950" b="1">
                <a:solidFill>
                  <a:srgbClr val="356DB5"/>
                </a:solidFill>
              </a:defRPr>
            </a:defPPr>
            <a:lvl1pPr algn="ctr">
              <a:defRPr sz="1950" b="1">
                <a:solidFill>
                  <a:srgbClr val="356DB5"/>
                </a:solidFill>
              </a:defRPr>
            </a:lvl1pPr>
            <a:lvl2pPr algn="ctr">
              <a:defRPr sz="1950" b="1">
                <a:solidFill>
                  <a:srgbClr val="356DB5"/>
                </a:solidFill>
              </a:defRPr>
            </a:lvl2pPr>
            <a:lvl3pPr algn="ctr">
              <a:defRPr sz="1950" b="1">
                <a:solidFill>
                  <a:srgbClr val="356DB5"/>
                </a:solidFill>
              </a:defRPr>
            </a:lvl3pPr>
            <a:lvl4pPr algn="ctr">
              <a:defRPr sz="1950" b="1">
                <a:solidFill>
                  <a:srgbClr val="356DB5"/>
                </a:solidFill>
              </a:defRPr>
            </a:lvl4pPr>
            <a:lvl5pPr algn="ctr">
              <a:defRPr sz="1950" b="1">
                <a:solidFill>
                  <a:srgbClr val="356DB5"/>
                </a:solidFill>
              </a:defRPr>
            </a:lvl5pPr>
            <a:lvl6pPr algn="ctr">
              <a:defRPr sz="1950" b="1">
                <a:solidFill>
                  <a:srgbClr val="356DB5"/>
                </a:solidFill>
              </a:defRPr>
            </a:lvl6pPr>
            <a:lvl7pPr algn="ctr">
              <a:defRPr sz="1950" b="1">
                <a:solidFill>
                  <a:srgbClr val="356DB5"/>
                </a:solidFill>
              </a:defRPr>
            </a:lvl7pPr>
            <a:lvl8pPr algn="ctr">
              <a:defRPr sz="1950" b="1">
                <a:solidFill>
                  <a:srgbClr val="356DB5"/>
                </a:solidFill>
              </a:defRPr>
            </a:lvl8pPr>
            <a:lvl9pPr algn="ctr">
              <a:defRPr sz="1950" b="1">
                <a:solidFill>
                  <a:srgbClr val="356DB5"/>
                </a:solidFill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356DB5"/>
                </a:solidFill>
              </a:defRPr>
            </a:pPr>
            <a:r>
              <a:rPr sz="1950" b="1">
                <a:solidFill>
                  <a:srgbClr val="356DB5"/>
                </a:solidFill>
              </a:rPr>
              <a:t>›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65D0FF-0601-4547-BAF1-51718A795D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94840393454f48"/>
          <a:stretch xmlns:a="http://schemas.openxmlformats.org/drawingml/2006/main"/>
        </p:blipFill>
        <p:spPr>
          <a:xfrm xmlns:a="http://schemas.openxmlformats.org/drawingml/2006/main">
            <a:off x="8207375" y="2095500"/>
            <a:ext cx="3302000" cy="247650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DBD633-47A0-4A11-BF4C-CE51C4A3F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52437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1">
                <a:solidFill>
                  <a:srgbClr val="17365D"/>
                </a:solidFill>
              </a:defRPr>
            </a:defPPr>
            <a:lvl1pPr algn="l">
              <a:defRPr sz="1200" b="1">
                <a:solidFill>
                  <a:srgbClr val="17365D"/>
                </a:solidFill>
              </a:defRPr>
            </a:lvl1pPr>
            <a:lvl2pPr algn="l">
              <a:defRPr sz="1200" b="1">
                <a:solidFill>
                  <a:srgbClr val="17365D"/>
                </a:solidFill>
              </a:defRPr>
            </a:lvl2pPr>
            <a:lvl3pPr algn="l">
              <a:defRPr sz="1200" b="1">
                <a:solidFill>
                  <a:srgbClr val="17365D"/>
                </a:solidFill>
              </a:defRPr>
            </a:lvl3pPr>
            <a:lvl4pPr algn="l">
              <a:defRPr sz="1200" b="1">
                <a:solidFill>
                  <a:srgbClr val="17365D"/>
                </a:solidFill>
              </a:defRPr>
            </a:lvl4pPr>
            <a:lvl5pPr algn="l">
              <a:defRPr sz="1200" b="1">
                <a:solidFill>
                  <a:srgbClr val="17365D"/>
                </a:solidFill>
              </a:defRPr>
            </a:lvl5pPr>
            <a:lvl6pPr algn="l">
              <a:defRPr sz="1200" b="1">
                <a:solidFill>
                  <a:srgbClr val="17365D"/>
                </a:solidFill>
              </a:defRPr>
            </a:lvl6pPr>
            <a:lvl7pPr algn="l">
              <a:defRPr sz="1200" b="1">
                <a:solidFill>
                  <a:srgbClr val="17365D"/>
                </a:solidFill>
              </a:defRPr>
            </a:lvl7pPr>
            <a:lvl8pPr algn="l">
              <a:defRPr sz="1200" b="1">
                <a:solidFill>
                  <a:srgbClr val="17365D"/>
                </a:solidFill>
              </a:defRPr>
            </a:lvl8pPr>
            <a:lvl9pPr algn="l">
              <a:defRPr sz="1200" b="1">
                <a:solidFill>
                  <a:srgbClr val="17365D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7365D"/>
                </a:solidFill>
              </a:defRPr>
            </a:pPr>
            <a:r>
              <a:rPr sz="1200" b="1">
                <a:solidFill>
                  <a:srgbClr val="17365D"/>
                </a:solidFill>
              </a:rPr>
              <a:t>5 · CIERRE: restaurar incidente o cumplir solicitud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DB100F-EF5A-4AD1-8330-3AC183691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728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02743"/>
          </a:solidFill>
          <a:ln xmlns:a="http://schemas.openxmlformats.org/drawingml/2006/main" w="9525">
            <a:solidFill>
              <a:srgbClr val="10274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F56DD4-B7A0-4D86-8413-9208BD5D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14950"/>
            <a:ext cx="10429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1">
                <a:solidFill>
                  <a:srgbClr val="BFD6F4"/>
                </a:solidFill>
              </a:defRPr>
            </a:defPPr>
            <a:lvl1pPr algn="l">
              <a:defRPr sz="975" b="1">
                <a:solidFill>
                  <a:srgbClr val="BFD6F4"/>
                </a:solidFill>
              </a:defRPr>
            </a:lvl1pPr>
            <a:lvl2pPr algn="l">
              <a:defRPr sz="975" b="1">
                <a:solidFill>
                  <a:srgbClr val="BFD6F4"/>
                </a:solidFill>
              </a:defRPr>
            </a:lvl2pPr>
            <a:lvl3pPr algn="l">
              <a:defRPr sz="975" b="1">
                <a:solidFill>
                  <a:srgbClr val="BFD6F4"/>
                </a:solidFill>
              </a:defRPr>
            </a:lvl3pPr>
            <a:lvl4pPr algn="l">
              <a:defRPr sz="975" b="1">
                <a:solidFill>
                  <a:srgbClr val="BFD6F4"/>
                </a:solidFill>
              </a:defRPr>
            </a:lvl4pPr>
            <a:lvl5pPr algn="l">
              <a:defRPr sz="975" b="1">
                <a:solidFill>
                  <a:srgbClr val="BFD6F4"/>
                </a:solidFill>
              </a:defRPr>
            </a:lvl5pPr>
            <a:lvl6pPr algn="l">
              <a:defRPr sz="975" b="1">
                <a:solidFill>
                  <a:srgbClr val="BFD6F4"/>
                </a:solidFill>
              </a:defRPr>
            </a:lvl6pPr>
            <a:lvl7pPr algn="l">
              <a:defRPr sz="975" b="1">
                <a:solidFill>
                  <a:srgbClr val="BFD6F4"/>
                </a:solidFill>
              </a:defRPr>
            </a:lvl7pPr>
            <a:lvl8pPr algn="l">
              <a:defRPr sz="975" b="1">
                <a:solidFill>
                  <a:srgbClr val="BFD6F4"/>
                </a:solidFill>
              </a:defRPr>
            </a:lvl8pPr>
            <a:lvl9pPr algn="l">
              <a:defRPr sz="975" b="1">
                <a:solidFill>
                  <a:srgbClr val="BFD6F4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BFD6F4"/>
                </a:solidFill>
              </a:defRPr>
            </a:pPr>
            <a:r>
              <a:rPr sz="975" b="1">
                <a:solidFill>
                  <a:srgbClr val="BFD6F4"/>
                </a:solidFill>
              </a:rPr>
              <a:t>COMUNICACIÓN DURANTE TODO EL CASO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8B1F96-38F5-4B55-87A8-C5D78120F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0225"/>
            <a:ext cx="10429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</a:defRPr>
            </a:defPPr>
            <a:lvl1pPr algn="l">
              <a:defRPr sz="1275" b="1">
                <a:solidFill>
                  <a:srgbClr val="FFFFFF"/>
                </a:solidFill>
              </a:defRPr>
            </a:lvl1pPr>
            <a:lvl2pPr algn="l">
              <a:defRPr sz="1275" b="1">
                <a:solidFill>
                  <a:srgbClr val="FFFFFF"/>
                </a:solidFill>
              </a:defRPr>
            </a:lvl2pPr>
            <a:lvl3pPr algn="l">
              <a:defRPr sz="1275" b="1">
                <a:solidFill>
                  <a:srgbClr val="FFFFFF"/>
                </a:solidFill>
              </a:defRPr>
            </a:lvl3pPr>
            <a:lvl4pPr algn="l">
              <a:defRPr sz="1275" b="1">
                <a:solidFill>
                  <a:srgbClr val="FFFFFF"/>
                </a:solidFill>
              </a:defRPr>
            </a:lvl4pPr>
            <a:lvl5pPr algn="l">
              <a:defRPr sz="1275" b="1">
                <a:solidFill>
                  <a:srgbClr val="FFFFFF"/>
                </a:solidFill>
              </a:defRPr>
            </a:lvl5pPr>
            <a:lvl6pPr algn="l">
              <a:defRPr sz="1275" b="1">
                <a:solidFill>
                  <a:srgbClr val="FFFFFF"/>
                </a:solidFill>
              </a:defRPr>
            </a:lvl6pPr>
            <a:lvl7pPr algn="l">
              <a:defRPr sz="1275" b="1">
                <a:solidFill>
                  <a:srgbClr val="FFFFFF"/>
                </a:solidFill>
              </a:defRPr>
            </a:lvl7pPr>
            <a:lvl8pPr algn="l">
              <a:defRPr sz="1275" b="1">
                <a:solidFill>
                  <a:srgbClr val="FFFFFF"/>
                </a:solidFill>
              </a:defRPr>
            </a:lvl8pPr>
            <a:lvl9pPr algn="l">
              <a:defRPr sz="12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AM informa a marcas · CS a consumidores · Tech investiga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B18D68-BAC6-41F1-B7C4-E9A18593E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00" b="0">
                <a:solidFill>
                  <a:srgbClr val="667085"/>
                </a:solidFill>
              </a:defRPr>
            </a:defPPr>
            <a:lvl1pPr algn="l">
              <a:defRPr sz="900" b="0">
                <a:solidFill>
                  <a:srgbClr val="667085"/>
                </a:solidFill>
              </a:defRPr>
            </a:lvl1pPr>
            <a:lvl2pPr algn="l">
              <a:defRPr sz="900" b="0">
                <a:solidFill>
                  <a:srgbClr val="667085"/>
                </a:solidFill>
              </a:defRPr>
            </a:lvl2pPr>
            <a:lvl3pPr algn="l">
              <a:defRPr sz="900" b="0">
                <a:solidFill>
                  <a:srgbClr val="667085"/>
                </a:solidFill>
              </a:defRPr>
            </a:lvl3pPr>
            <a:lvl4pPr algn="l">
              <a:defRPr sz="900" b="0">
                <a:solidFill>
                  <a:srgbClr val="667085"/>
                </a:solidFill>
              </a:defRPr>
            </a:lvl4pPr>
            <a:lvl5pPr algn="l">
              <a:defRPr sz="900" b="0">
                <a:solidFill>
                  <a:srgbClr val="667085"/>
                </a:solidFill>
              </a:defRPr>
            </a:lvl5pPr>
            <a:lvl6pPr algn="l">
              <a:defRPr sz="900" b="0">
                <a:solidFill>
                  <a:srgbClr val="667085"/>
                </a:solidFill>
              </a:defRPr>
            </a:lvl6pPr>
            <a:lvl7pPr algn="l">
              <a:defRPr sz="900" b="0">
                <a:solidFill>
                  <a:srgbClr val="667085"/>
                </a:solidFill>
              </a:defRPr>
            </a:lvl7pPr>
            <a:lvl8pPr algn="l">
              <a:defRPr sz="900" b="0">
                <a:solidFill>
                  <a:srgbClr val="667085"/>
                </a:solidFill>
              </a:defRPr>
            </a:lvl8pPr>
            <a:lvl9pPr algn="l">
              <a:defRPr sz="900" b="0">
                <a:solidFill>
                  <a:srgbClr val="667085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Fase 2 · Demo académica · Datos ficticios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D56159-794C-449C-B56C-D8AE291B8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900" b="1">
                <a:solidFill>
                  <a:srgbClr val="667085"/>
                </a:solidFill>
              </a:defRPr>
            </a:defPPr>
            <a:lvl1pPr algn="r">
              <a:defRPr sz="900" b="1">
                <a:solidFill>
                  <a:srgbClr val="667085"/>
                </a:solidFill>
              </a:defRPr>
            </a:lvl1pPr>
            <a:lvl2pPr algn="r">
              <a:defRPr sz="900" b="1">
                <a:solidFill>
                  <a:srgbClr val="667085"/>
                </a:solidFill>
              </a:defRPr>
            </a:lvl2pPr>
            <a:lvl3pPr algn="r">
              <a:defRPr sz="900" b="1">
                <a:solidFill>
                  <a:srgbClr val="667085"/>
                </a:solidFill>
              </a:defRPr>
            </a:lvl3pPr>
            <a:lvl4pPr algn="r">
              <a:defRPr sz="900" b="1">
                <a:solidFill>
                  <a:srgbClr val="667085"/>
                </a:solidFill>
              </a:defRPr>
            </a:lvl4pPr>
            <a:lvl5pPr algn="r">
              <a:defRPr sz="900" b="1">
                <a:solidFill>
                  <a:srgbClr val="667085"/>
                </a:solidFill>
              </a:defRPr>
            </a:lvl5pPr>
            <a:lvl6pPr algn="r">
              <a:defRPr sz="900" b="1">
                <a:solidFill>
                  <a:srgbClr val="667085"/>
                </a:solidFill>
              </a:defRPr>
            </a:lvl6pPr>
            <a:lvl7pPr algn="r">
              <a:defRPr sz="900" b="1">
                <a:solidFill>
                  <a:srgbClr val="667085"/>
                </a:solidFill>
              </a:defRPr>
            </a:lvl7pPr>
            <a:lvl8pPr algn="r">
              <a:defRPr sz="900" b="1">
                <a:solidFill>
                  <a:srgbClr val="667085"/>
                </a:solidFill>
              </a:defRPr>
            </a:lvl8pPr>
            <a:lvl9pPr algn="r">
              <a:defRPr sz="900" b="1">
                <a:solidFill>
                  <a:srgbClr val="667085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1234808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E774E53-DE11-4FBD-A928-696A149A1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1">
                <a:solidFill>
                  <a:srgbClr val="356DB5"/>
                </a:solidFill>
              </a:defRPr>
            </a:defPPr>
            <a:lvl1pPr algn="l">
              <a:defRPr sz="1050" b="1">
                <a:solidFill>
                  <a:srgbClr val="356DB5"/>
                </a:solidFill>
              </a:defRPr>
            </a:lvl1pPr>
            <a:lvl2pPr algn="l">
              <a:defRPr sz="1050" b="1">
                <a:solidFill>
                  <a:srgbClr val="356DB5"/>
                </a:solidFill>
              </a:defRPr>
            </a:lvl2pPr>
            <a:lvl3pPr algn="l">
              <a:defRPr sz="1050" b="1">
                <a:solidFill>
                  <a:srgbClr val="356DB5"/>
                </a:solidFill>
              </a:defRPr>
            </a:lvl3pPr>
            <a:lvl4pPr algn="l">
              <a:defRPr sz="1050" b="1">
                <a:solidFill>
                  <a:srgbClr val="356DB5"/>
                </a:solidFill>
              </a:defRPr>
            </a:lvl4pPr>
            <a:lvl5pPr algn="l">
              <a:defRPr sz="1050" b="1">
                <a:solidFill>
                  <a:srgbClr val="356DB5"/>
                </a:solidFill>
              </a:defRPr>
            </a:lvl5pPr>
            <a:lvl6pPr algn="l">
              <a:defRPr sz="1050" b="1">
                <a:solidFill>
                  <a:srgbClr val="356DB5"/>
                </a:solidFill>
              </a:defRPr>
            </a:lvl6pPr>
            <a:lvl7pPr algn="l">
              <a:defRPr sz="1050" b="1">
                <a:solidFill>
                  <a:srgbClr val="356DB5"/>
                </a:solidFill>
              </a:defRPr>
            </a:lvl7pPr>
            <a:lvl8pPr algn="l">
              <a:defRPr sz="1050" b="1">
                <a:solidFill>
                  <a:srgbClr val="356DB5"/>
                </a:solidFill>
              </a:defRPr>
            </a:lvl8pPr>
            <a:lvl9pPr algn="l">
              <a:defRPr sz="1050" b="1">
                <a:solidFill>
                  <a:srgbClr val="356DB5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356DB5"/>
                </a:solidFill>
              </a:defRPr>
            </a:pPr>
            <a:r>
              <a:rPr sz="1050" b="1">
                <a:solidFill>
                  <a:srgbClr val="356DB5"/>
                </a:solidFill>
              </a:rPr>
              <a:t>BEVSTACK · SERVICE DESK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C02204-842C-4D34-9EFB-379F4314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000" b="1">
                <a:solidFill>
                  <a:srgbClr val="102743"/>
                </a:solidFill>
              </a:defRPr>
            </a:defPPr>
            <a:lvl1pPr algn="l">
              <a:defRPr sz="3000" b="1">
                <a:solidFill>
                  <a:srgbClr val="102743"/>
                </a:solidFill>
              </a:defRPr>
            </a:lvl1pPr>
            <a:lvl2pPr algn="l">
              <a:defRPr sz="3000" b="1">
                <a:solidFill>
                  <a:srgbClr val="102743"/>
                </a:solidFill>
              </a:defRPr>
            </a:lvl2pPr>
            <a:lvl3pPr algn="l">
              <a:defRPr sz="3000" b="1">
                <a:solidFill>
                  <a:srgbClr val="102743"/>
                </a:solidFill>
              </a:defRPr>
            </a:lvl3pPr>
            <a:lvl4pPr algn="l">
              <a:defRPr sz="3000" b="1">
                <a:solidFill>
                  <a:srgbClr val="102743"/>
                </a:solidFill>
              </a:defRPr>
            </a:lvl4pPr>
            <a:lvl5pPr algn="l">
              <a:defRPr sz="3000" b="1">
                <a:solidFill>
                  <a:srgbClr val="102743"/>
                </a:solidFill>
              </a:defRPr>
            </a:lvl5pPr>
            <a:lvl6pPr algn="l">
              <a:defRPr sz="3000" b="1">
                <a:solidFill>
                  <a:srgbClr val="102743"/>
                </a:solidFill>
              </a:defRPr>
            </a:lvl6pPr>
            <a:lvl7pPr algn="l">
              <a:defRPr sz="3000" b="1">
                <a:solidFill>
                  <a:srgbClr val="102743"/>
                </a:solidFill>
              </a:defRPr>
            </a:lvl7pPr>
            <a:lvl8pPr algn="l">
              <a:defRPr sz="3000" b="1">
                <a:solidFill>
                  <a:srgbClr val="102743"/>
                </a:solidFill>
              </a:defRPr>
            </a:lvl8pPr>
            <a:lvl9pPr algn="l">
              <a:defRPr sz="3000" b="1">
                <a:solidFill>
                  <a:srgbClr val="102743"/>
                </a:solidFill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02743"/>
                </a:solidFill>
              </a:defRPr>
            </a:pPr>
            <a:r>
              <a:rPr sz="3000" b="1">
                <a:solidFill>
                  <a:srgbClr val="102743"/>
                </a:solidFill>
              </a:rPr>
              <a:t>Ingreso de un problema o una solicitud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5C8D00-6BC6-4FBE-B742-055C0307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37B52C-418C-46CB-8120-288E3DA67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667085"/>
                </a:solidFill>
              </a:defRPr>
            </a:defPPr>
            <a:lvl1pPr algn="l">
              <a:defRPr sz="1575" b="0">
                <a:solidFill>
                  <a:srgbClr val="667085"/>
                </a:solidFill>
              </a:defRPr>
            </a:lvl1pPr>
            <a:lvl2pPr algn="l">
              <a:defRPr sz="1575" b="0">
                <a:solidFill>
                  <a:srgbClr val="667085"/>
                </a:solidFill>
              </a:defRPr>
            </a:lvl2pPr>
            <a:lvl3pPr algn="l">
              <a:defRPr sz="1575" b="0">
                <a:solidFill>
                  <a:srgbClr val="667085"/>
                </a:solidFill>
              </a:defRPr>
            </a:lvl3pPr>
            <a:lvl4pPr algn="l">
              <a:defRPr sz="1575" b="0">
                <a:solidFill>
                  <a:srgbClr val="667085"/>
                </a:solidFill>
              </a:defRPr>
            </a:lvl4pPr>
            <a:lvl5pPr algn="l">
              <a:defRPr sz="1575" b="0">
                <a:solidFill>
                  <a:srgbClr val="667085"/>
                </a:solidFill>
              </a:defRPr>
            </a:lvl5pPr>
            <a:lvl6pPr algn="l">
              <a:defRPr sz="1575" b="0">
                <a:solidFill>
                  <a:srgbClr val="667085"/>
                </a:solidFill>
              </a:defRPr>
            </a:lvl6pPr>
            <a:lvl7pPr algn="l">
              <a:defRPr sz="1575" b="0">
                <a:solidFill>
                  <a:srgbClr val="667085"/>
                </a:solidFill>
              </a:defRPr>
            </a:lvl7pPr>
            <a:lvl8pPr algn="l">
              <a:defRPr sz="1575" b="0">
                <a:solidFill>
                  <a:srgbClr val="667085"/>
                </a:solidFill>
              </a:defRPr>
            </a:lvl8pPr>
            <a:lvl9pPr algn="l">
              <a:defRPr sz="1575" b="0">
                <a:solidFill>
                  <a:srgbClr val="667085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67085"/>
                </a:solidFill>
              </a:defRPr>
            </a:pPr>
            <a:r>
              <a:rPr sz="1575" b="0">
                <a:solidFill>
                  <a:srgbClr val="667085"/>
                </a:solidFill>
              </a:rPr>
              <a:t>El formulario captura contexto suficiente para clasificar y atender desde el primer contacto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D2BA3D-8448-4A10-B7E0-E486D0711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6953250" cy="3810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560BB2-1E7E-40E3-BB33-DA88088D2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17365D"/>
                </a:solidFill>
              </a:defRPr>
            </a:defPPr>
            <a:lvl1pPr algn="l">
              <a:defRPr sz="1500" b="1">
                <a:solidFill>
                  <a:srgbClr val="17365D"/>
                </a:solidFill>
              </a:defRPr>
            </a:lvl1pPr>
            <a:lvl2pPr algn="l">
              <a:defRPr sz="1500" b="1">
                <a:solidFill>
                  <a:srgbClr val="17365D"/>
                </a:solidFill>
              </a:defRPr>
            </a:lvl2pPr>
            <a:lvl3pPr algn="l">
              <a:defRPr sz="1500" b="1">
                <a:solidFill>
                  <a:srgbClr val="17365D"/>
                </a:solidFill>
              </a:defRPr>
            </a:lvl3pPr>
            <a:lvl4pPr algn="l">
              <a:defRPr sz="1500" b="1">
                <a:solidFill>
                  <a:srgbClr val="17365D"/>
                </a:solidFill>
              </a:defRPr>
            </a:lvl4pPr>
            <a:lvl5pPr algn="l">
              <a:defRPr sz="1500" b="1">
                <a:solidFill>
                  <a:srgbClr val="17365D"/>
                </a:solidFill>
              </a:defRPr>
            </a:lvl5pPr>
            <a:lvl6pPr algn="l">
              <a:defRPr sz="1500" b="1">
                <a:solidFill>
                  <a:srgbClr val="17365D"/>
                </a:solidFill>
              </a:defRPr>
            </a:lvl6pPr>
            <a:lvl7pPr algn="l">
              <a:defRPr sz="1500" b="1">
                <a:solidFill>
                  <a:srgbClr val="17365D"/>
                </a:solidFill>
              </a:defRPr>
            </a:lvl7pPr>
            <a:lvl8pPr algn="l">
              <a:defRPr sz="1500" b="1">
                <a:solidFill>
                  <a:srgbClr val="17365D"/>
                </a:solidFill>
              </a:defRPr>
            </a:lvl8pPr>
            <a:lvl9pPr algn="l">
              <a:defRPr sz="1500" b="1">
                <a:solidFill>
                  <a:srgbClr val="17365D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365D"/>
                </a:solidFill>
              </a:defRPr>
            </a:pPr>
            <a:r>
              <a:rPr sz="1500" b="1">
                <a:solidFill>
                  <a:srgbClr val="17365D"/>
                </a:solidFill>
              </a:rPr>
              <a:t>Nuevo ticket · vista representativa de la demo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0E01B1-267C-42DC-9B59-630EC8B05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00" b="1">
                <a:solidFill>
                  <a:srgbClr val="667085"/>
                </a:solidFill>
              </a:defRPr>
            </a:defPPr>
            <a:lvl1pPr algn="l">
              <a:defRPr sz="900" b="1">
                <a:solidFill>
                  <a:srgbClr val="667085"/>
                </a:solidFill>
              </a:defRPr>
            </a:lvl1pPr>
            <a:lvl2pPr algn="l">
              <a:defRPr sz="900" b="1">
                <a:solidFill>
                  <a:srgbClr val="667085"/>
                </a:solidFill>
              </a:defRPr>
            </a:lvl2pPr>
            <a:lvl3pPr algn="l">
              <a:defRPr sz="900" b="1">
                <a:solidFill>
                  <a:srgbClr val="667085"/>
                </a:solidFill>
              </a:defRPr>
            </a:lvl3pPr>
            <a:lvl4pPr algn="l">
              <a:defRPr sz="900" b="1">
                <a:solidFill>
                  <a:srgbClr val="667085"/>
                </a:solidFill>
              </a:defRPr>
            </a:lvl4pPr>
            <a:lvl5pPr algn="l">
              <a:defRPr sz="900" b="1">
                <a:solidFill>
                  <a:srgbClr val="667085"/>
                </a:solidFill>
              </a:defRPr>
            </a:lvl5pPr>
            <a:lvl6pPr algn="l">
              <a:defRPr sz="900" b="1">
                <a:solidFill>
                  <a:srgbClr val="667085"/>
                </a:solidFill>
              </a:defRPr>
            </a:lvl6pPr>
            <a:lvl7pPr algn="l">
              <a:defRPr sz="900" b="1">
                <a:solidFill>
                  <a:srgbClr val="667085"/>
                </a:solidFill>
              </a:defRPr>
            </a:lvl7pPr>
            <a:lvl8pPr algn="l">
              <a:defRPr sz="900" b="1">
                <a:solidFill>
                  <a:srgbClr val="667085"/>
                </a:solidFill>
              </a:defRPr>
            </a:lvl8pPr>
            <a:lvl9pPr algn="l">
              <a:defRPr sz="900" b="1">
                <a:solidFill>
                  <a:srgbClr val="667085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QUIÉN REPORTA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27D8F7-00A4-4128-BCD8-0E26401E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26670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AB3560-A908-4D97-A88B-0883DDE36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670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0">
                <a:solidFill>
                  <a:srgbClr val="101828"/>
                </a:solidFill>
              </a:defRPr>
            </a:defPPr>
            <a:lvl1pPr algn="l">
              <a:defRPr sz="1050" b="0">
                <a:solidFill>
                  <a:srgbClr val="101828"/>
                </a:solidFill>
              </a:defRPr>
            </a:lvl1pPr>
            <a:lvl2pPr algn="l">
              <a:defRPr sz="1050" b="0">
                <a:solidFill>
                  <a:srgbClr val="101828"/>
                </a:solidFill>
              </a:defRPr>
            </a:lvl2pPr>
            <a:lvl3pPr algn="l">
              <a:defRPr sz="1050" b="0">
                <a:solidFill>
                  <a:srgbClr val="101828"/>
                </a:solidFill>
              </a:defRPr>
            </a:lvl3pPr>
            <a:lvl4pPr algn="l">
              <a:defRPr sz="1050" b="0">
                <a:solidFill>
                  <a:srgbClr val="101828"/>
                </a:solidFill>
              </a:defRPr>
            </a:lvl4pPr>
            <a:lvl5pPr algn="l">
              <a:defRPr sz="1050" b="0">
                <a:solidFill>
                  <a:srgbClr val="101828"/>
                </a:solidFill>
              </a:defRPr>
            </a:lvl5pPr>
            <a:lvl6pPr algn="l">
              <a:defRPr sz="1050" b="0">
                <a:solidFill>
                  <a:srgbClr val="101828"/>
                </a:solidFill>
              </a:defRPr>
            </a:lvl6pPr>
            <a:lvl7pPr algn="l">
              <a:defRPr sz="1050" b="0">
                <a:solidFill>
                  <a:srgbClr val="101828"/>
                </a:solidFill>
              </a:defRPr>
            </a:lvl7pPr>
            <a:lvl8pPr algn="l">
              <a:defRPr sz="1050" b="0">
                <a:solidFill>
                  <a:srgbClr val="101828"/>
                </a:solidFill>
              </a:defRPr>
            </a:lvl8pPr>
            <a:lvl9pPr algn="l">
              <a:defRPr sz="1050" b="0">
                <a:solidFill>
                  <a:srgbClr val="101828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Marca / Consumidor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377275-9C16-4B81-B005-9DA1FBD71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781300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00" b="1">
                <a:solidFill>
                  <a:srgbClr val="667085"/>
                </a:solidFill>
              </a:defRPr>
            </a:defPPr>
            <a:lvl1pPr algn="l">
              <a:defRPr sz="900" b="1">
                <a:solidFill>
                  <a:srgbClr val="667085"/>
                </a:solidFill>
              </a:defRPr>
            </a:lvl1pPr>
            <a:lvl2pPr algn="l">
              <a:defRPr sz="900" b="1">
                <a:solidFill>
                  <a:srgbClr val="667085"/>
                </a:solidFill>
              </a:defRPr>
            </a:lvl2pPr>
            <a:lvl3pPr algn="l">
              <a:defRPr sz="900" b="1">
                <a:solidFill>
                  <a:srgbClr val="667085"/>
                </a:solidFill>
              </a:defRPr>
            </a:lvl3pPr>
            <a:lvl4pPr algn="l">
              <a:defRPr sz="900" b="1">
                <a:solidFill>
                  <a:srgbClr val="667085"/>
                </a:solidFill>
              </a:defRPr>
            </a:lvl4pPr>
            <a:lvl5pPr algn="l">
              <a:defRPr sz="900" b="1">
                <a:solidFill>
                  <a:srgbClr val="667085"/>
                </a:solidFill>
              </a:defRPr>
            </a:lvl5pPr>
            <a:lvl6pPr algn="l">
              <a:defRPr sz="900" b="1">
                <a:solidFill>
                  <a:srgbClr val="667085"/>
                </a:solidFill>
              </a:defRPr>
            </a:lvl6pPr>
            <a:lvl7pPr algn="l">
              <a:defRPr sz="900" b="1">
                <a:solidFill>
                  <a:srgbClr val="667085"/>
                </a:solidFill>
              </a:defRPr>
            </a:lvl7pPr>
            <a:lvl8pPr algn="l">
              <a:defRPr sz="900" b="1">
                <a:solidFill>
                  <a:srgbClr val="667085"/>
                </a:solidFill>
              </a:defRPr>
            </a:lvl8pPr>
            <a:lvl9pPr algn="l">
              <a:defRPr sz="900" b="1">
                <a:solidFill>
                  <a:srgbClr val="667085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TIPO DE DEMANDA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0981D7-C3CB-44D9-83A4-92790437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990850"/>
            <a:ext cx="35242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5B55E9-E8E1-462F-81AF-74EB6D97E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0670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0">
                <a:solidFill>
                  <a:srgbClr val="101828"/>
                </a:solidFill>
              </a:defRPr>
            </a:defPPr>
            <a:lvl1pPr algn="l">
              <a:defRPr sz="1050" b="0">
                <a:solidFill>
                  <a:srgbClr val="101828"/>
                </a:solidFill>
              </a:defRPr>
            </a:lvl1pPr>
            <a:lvl2pPr algn="l">
              <a:defRPr sz="1050" b="0">
                <a:solidFill>
                  <a:srgbClr val="101828"/>
                </a:solidFill>
              </a:defRPr>
            </a:lvl2pPr>
            <a:lvl3pPr algn="l">
              <a:defRPr sz="1050" b="0">
                <a:solidFill>
                  <a:srgbClr val="101828"/>
                </a:solidFill>
              </a:defRPr>
            </a:lvl3pPr>
            <a:lvl4pPr algn="l">
              <a:defRPr sz="1050" b="0">
                <a:solidFill>
                  <a:srgbClr val="101828"/>
                </a:solidFill>
              </a:defRPr>
            </a:lvl4pPr>
            <a:lvl5pPr algn="l">
              <a:defRPr sz="1050" b="0">
                <a:solidFill>
                  <a:srgbClr val="101828"/>
                </a:solidFill>
              </a:defRPr>
            </a:lvl5pPr>
            <a:lvl6pPr algn="l">
              <a:defRPr sz="1050" b="0">
                <a:solidFill>
                  <a:srgbClr val="101828"/>
                </a:solidFill>
              </a:defRPr>
            </a:lvl6pPr>
            <a:lvl7pPr algn="l">
              <a:defRPr sz="1050" b="0">
                <a:solidFill>
                  <a:srgbClr val="101828"/>
                </a:solidFill>
              </a:defRPr>
            </a:lvl7pPr>
            <a:lvl8pPr algn="l">
              <a:defRPr sz="1050" b="0">
                <a:solidFill>
                  <a:srgbClr val="101828"/>
                </a:solidFill>
              </a:defRPr>
            </a:lvl8pPr>
            <a:lvl9pPr algn="l">
              <a:defRPr sz="1050" b="0">
                <a:solidFill>
                  <a:srgbClr val="101828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Incidente / Solicitud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B6585A-DC64-4DBE-BBCF-A7AA4907F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00" b="1">
                <a:solidFill>
                  <a:srgbClr val="667085"/>
                </a:solidFill>
              </a:defRPr>
            </a:defPPr>
            <a:lvl1pPr algn="l">
              <a:defRPr sz="900" b="1">
                <a:solidFill>
                  <a:srgbClr val="667085"/>
                </a:solidFill>
              </a:defRPr>
            </a:lvl1pPr>
            <a:lvl2pPr algn="l">
              <a:defRPr sz="900" b="1">
                <a:solidFill>
                  <a:srgbClr val="667085"/>
                </a:solidFill>
              </a:defRPr>
            </a:lvl2pPr>
            <a:lvl3pPr algn="l">
              <a:defRPr sz="900" b="1">
                <a:solidFill>
                  <a:srgbClr val="667085"/>
                </a:solidFill>
              </a:defRPr>
            </a:lvl3pPr>
            <a:lvl4pPr algn="l">
              <a:defRPr sz="900" b="1">
                <a:solidFill>
                  <a:srgbClr val="667085"/>
                </a:solidFill>
              </a:defRPr>
            </a:lvl4pPr>
            <a:lvl5pPr algn="l">
              <a:defRPr sz="900" b="1">
                <a:solidFill>
                  <a:srgbClr val="667085"/>
                </a:solidFill>
              </a:defRPr>
            </a:lvl5pPr>
            <a:lvl6pPr algn="l">
              <a:defRPr sz="900" b="1">
                <a:solidFill>
                  <a:srgbClr val="667085"/>
                </a:solidFill>
              </a:defRPr>
            </a:lvl6pPr>
            <a:lvl7pPr algn="l">
              <a:defRPr sz="900" b="1">
                <a:solidFill>
                  <a:srgbClr val="667085"/>
                </a:solidFill>
              </a:defRPr>
            </a:lvl7pPr>
            <a:lvl8pPr algn="l">
              <a:defRPr sz="900" b="1">
                <a:solidFill>
                  <a:srgbClr val="667085"/>
                </a:solidFill>
              </a:defRPr>
            </a:lvl8pPr>
            <a:lvl9pPr algn="l">
              <a:defRPr sz="900" b="1">
                <a:solidFill>
                  <a:srgbClr val="667085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MARCA Y PEDIDO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AADE5A-7930-43F6-AE75-DE839DD8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30480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F77C3F-0E59-4769-B4C0-4F844044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719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0">
                <a:solidFill>
                  <a:srgbClr val="101828"/>
                </a:solidFill>
              </a:defRPr>
            </a:defPPr>
            <a:lvl1pPr algn="l">
              <a:defRPr sz="1050" b="0">
                <a:solidFill>
                  <a:srgbClr val="101828"/>
                </a:solidFill>
              </a:defRPr>
            </a:lvl1pPr>
            <a:lvl2pPr algn="l">
              <a:defRPr sz="1050" b="0">
                <a:solidFill>
                  <a:srgbClr val="101828"/>
                </a:solidFill>
              </a:defRPr>
            </a:lvl2pPr>
            <a:lvl3pPr algn="l">
              <a:defRPr sz="1050" b="0">
                <a:solidFill>
                  <a:srgbClr val="101828"/>
                </a:solidFill>
              </a:defRPr>
            </a:lvl3pPr>
            <a:lvl4pPr algn="l">
              <a:defRPr sz="1050" b="0">
                <a:solidFill>
                  <a:srgbClr val="101828"/>
                </a:solidFill>
              </a:defRPr>
            </a:lvl4pPr>
            <a:lvl5pPr algn="l">
              <a:defRPr sz="1050" b="0">
                <a:solidFill>
                  <a:srgbClr val="101828"/>
                </a:solidFill>
              </a:defRPr>
            </a:lvl5pPr>
            <a:lvl6pPr algn="l">
              <a:defRPr sz="1050" b="0">
                <a:solidFill>
                  <a:srgbClr val="101828"/>
                </a:solidFill>
              </a:defRPr>
            </a:lvl6pPr>
            <a:lvl7pPr algn="l">
              <a:defRPr sz="1050" b="0">
                <a:solidFill>
                  <a:srgbClr val="101828"/>
                </a:solidFill>
              </a:defRPr>
            </a:lvl7pPr>
            <a:lvl8pPr algn="l">
              <a:defRPr sz="1050" b="0">
                <a:solidFill>
                  <a:srgbClr val="101828"/>
                </a:solidFill>
              </a:defRPr>
            </a:lvl8pPr>
            <a:lvl9pPr algn="l">
              <a:defRPr sz="1050" b="0">
                <a:solidFill>
                  <a:srgbClr val="101828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Marca vinculada · ORD-78421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53087C-A1C4-47A8-9A26-76DE509D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4861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00" b="1">
                <a:solidFill>
                  <a:srgbClr val="667085"/>
                </a:solidFill>
              </a:defRPr>
            </a:defPPr>
            <a:lvl1pPr algn="l">
              <a:defRPr sz="900" b="1">
                <a:solidFill>
                  <a:srgbClr val="667085"/>
                </a:solidFill>
              </a:defRPr>
            </a:lvl1pPr>
            <a:lvl2pPr algn="l">
              <a:defRPr sz="900" b="1">
                <a:solidFill>
                  <a:srgbClr val="667085"/>
                </a:solidFill>
              </a:defRPr>
            </a:lvl2pPr>
            <a:lvl3pPr algn="l">
              <a:defRPr sz="900" b="1">
                <a:solidFill>
                  <a:srgbClr val="667085"/>
                </a:solidFill>
              </a:defRPr>
            </a:lvl3pPr>
            <a:lvl4pPr algn="l">
              <a:defRPr sz="900" b="1">
                <a:solidFill>
                  <a:srgbClr val="667085"/>
                </a:solidFill>
              </a:defRPr>
            </a:lvl4pPr>
            <a:lvl5pPr algn="l">
              <a:defRPr sz="900" b="1">
                <a:solidFill>
                  <a:srgbClr val="667085"/>
                </a:solidFill>
              </a:defRPr>
            </a:lvl5pPr>
            <a:lvl6pPr algn="l">
              <a:defRPr sz="900" b="1">
                <a:solidFill>
                  <a:srgbClr val="667085"/>
                </a:solidFill>
              </a:defRPr>
            </a:lvl6pPr>
            <a:lvl7pPr algn="l">
              <a:defRPr sz="900" b="1">
                <a:solidFill>
                  <a:srgbClr val="667085"/>
                </a:solidFill>
              </a:defRPr>
            </a:lvl7pPr>
            <a:lvl8pPr algn="l">
              <a:defRPr sz="900" b="1">
                <a:solidFill>
                  <a:srgbClr val="667085"/>
                </a:solidFill>
              </a:defRPr>
            </a:lvl8pPr>
            <a:lvl9pPr algn="l">
              <a:defRPr sz="900" b="1">
                <a:solidFill>
                  <a:srgbClr val="667085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CATEGORÍA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A6AB6C-68A1-41B1-AF07-539BB0D87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695700"/>
            <a:ext cx="31432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E58F93-5472-4AAF-B01B-BC3AC2F9C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7719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0">
                <a:solidFill>
                  <a:srgbClr val="101828"/>
                </a:solidFill>
              </a:defRPr>
            </a:defPPr>
            <a:lvl1pPr algn="l">
              <a:defRPr sz="1050" b="0">
                <a:solidFill>
                  <a:srgbClr val="101828"/>
                </a:solidFill>
              </a:defRPr>
            </a:lvl1pPr>
            <a:lvl2pPr algn="l">
              <a:defRPr sz="1050" b="0">
                <a:solidFill>
                  <a:srgbClr val="101828"/>
                </a:solidFill>
              </a:defRPr>
            </a:lvl2pPr>
            <a:lvl3pPr algn="l">
              <a:defRPr sz="1050" b="0">
                <a:solidFill>
                  <a:srgbClr val="101828"/>
                </a:solidFill>
              </a:defRPr>
            </a:lvl3pPr>
            <a:lvl4pPr algn="l">
              <a:defRPr sz="1050" b="0">
                <a:solidFill>
                  <a:srgbClr val="101828"/>
                </a:solidFill>
              </a:defRPr>
            </a:lvl4pPr>
            <a:lvl5pPr algn="l">
              <a:defRPr sz="1050" b="0">
                <a:solidFill>
                  <a:srgbClr val="101828"/>
                </a:solidFill>
              </a:defRPr>
            </a:lvl5pPr>
            <a:lvl6pPr algn="l">
              <a:defRPr sz="1050" b="0">
                <a:solidFill>
                  <a:srgbClr val="101828"/>
                </a:solidFill>
              </a:defRPr>
            </a:lvl6pPr>
            <a:lvl7pPr algn="l">
              <a:defRPr sz="1050" b="0">
                <a:solidFill>
                  <a:srgbClr val="101828"/>
                </a:solidFill>
              </a:defRPr>
            </a:lvl7pPr>
            <a:lvl8pPr algn="l">
              <a:defRPr sz="1050" b="0">
                <a:solidFill>
                  <a:srgbClr val="101828"/>
                </a:solidFill>
              </a:defRPr>
            </a:lvl8pPr>
            <a:lvl9pPr algn="l">
              <a:defRPr sz="1050" b="0">
                <a:solidFill>
                  <a:srgbClr val="101828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Pago sin creación del pedido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03CAA1-2DA7-4D5B-9418-C79EF29BF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00" b="1">
                <a:solidFill>
                  <a:srgbClr val="667085"/>
                </a:solidFill>
              </a:defRPr>
            </a:defPPr>
            <a:lvl1pPr algn="l">
              <a:defRPr sz="900" b="1">
                <a:solidFill>
                  <a:srgbClr val="667085"/>
                </a:solidFill>
              </a:defRPr>
            </a:lvl1pPr>
            <a:lvl2pPr algn="l">
              <a:defRPr sz="900" b="1">
                <a:solidFill>
                  <a:srgbClr val="667085"/>
                </a:solidFill>
              </a:defRPr>
            </a:lvl2pPr>
            <a:lvl3pPr algn="l">
              <a:defRPr sz="900" b="1">
                <a:solidFill>
                  <a:srgbClr val="667085"/>
                </a:solidFill>
              </a:defRPr>
            </a:lvl3pPr>
            <a:lvl4pPr algn="l">
              <a:defRPr sz="900" b="1">
                <a:solidFill>
                  <a:srgbClr val="667085"/>
                </a:solidFill>
              </a:defRPr>
            </a:lvl4pPr>
            <a:lvl5pPr algn="l">
              <a:defRPr sz="900" b="1">
                <a:solidFill>
                  <a:srgbClr val="667085"/>
                </a:solidFill>
              </a:defRPr>
            </a:lvl5pPr>
            <a:lvl6pPr algn="l">
              <a:defRPr sz="900" b="1">
                <a:solidFill>
                  <a:srgbClr val="667085"/>
                </a:solidFill>
              </a:defRPr>
            </a:lvl6pPr>
            <a:lvl7pPr algn="l">
              <a:defRPr sz="900" b="1">
                <a:solidFill>
                  <a:srgbClr val="667085"/>
                </a:solidFill>
              </a:defRPr>
            </a:lvl7pPr>
            <a:lvl8pPr algn="l">
              <a:defRPr sz="900" b="1">
                <a:solidFill>
                  <a:srgbClr val="667085"/>
                </a:solidFill>
              </a:defRPr>
            </a:lvl8pPr>
            <a:lvl9pPr algn="l">
              <a:defRPr sz="900" b="1">
                <a:solidFill>
                  <a:srgbClr val="667085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IMPACTO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3A2EF0-A2D7-4B5B-9289-948D02C4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16192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F741B6-B7EE-4811-9DE2-96586ACA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76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0">
                <a:solidFill>
                  <a:srgbClr val="101828"/>
                </a:solidFill>
              </a:defRPr>
            </a:defPPr>
            <a:lvl1pPr algn="l">
              <a:defRPr sz="1050" b="0">
                <a:solidFill>
                  <a:srgbClr val="101828"/>
                </a:solidFill>
              </a:defRPr>
            </a:lvl1pPr>
            <a:lvl2pPr algn="l">
              <a:defRPr sz="1050" b="0">
                <a:solidFill>
                  <a:srgbClr val="101828"/>
                </a:solidFill>
              </a:defRPr>
            </a:lvl2pPr>
            <a:lvl3pPr algn="l">
              <a:defRPr sz="1050" b="0">
                <a:solidFill>
                  <a:srgbClr val="101828"/>
                </a:solidFill>
              </a:defRPr>
            </a:lvl3pPr>
            <a:lvl4pPr algn="l">
              <a:defRPr sz="1050" b="0">
                <a:solidFill>
                  <a:srgbClr val="101828"/>
                </a:solidFill>
              </a:defRPr>
            </a:lvl4pPr>
            <a:lvl5pPr algn="l">
              <a:defRPr sz="1050" b="0">
                <a:solidFill>
                  <a:srgbClr val="101828"/>
                </a:solidFill>
              </a:defRPr>
            </a:lvl5pPr>
            <a:lvl6pPr algn="l">
              <a:defRPr sz="1050" b="0">
                <a:solidFill>
                  <a:srgbClr val="101828"/>
                </a:solidFill>
              </a:defRPr>
            </a:lvl6pPr>
            <a:lvl7pPr algn="l">
              <a:defRPr sz="1050" b="0">
                <a:solidFill>
                  <a:srgbClr val="101828"/>
                </a:solidFill>
              </a:defRPr>
            </a:lvl7pPr>
            <a:lvl8pPr algn="l">
              <a:defRPr sz="1050" b="0">
                <a:solidFill>
                  <a:srgbClr val="101828"/>
                </a:solidFill>
              </a:defRPr>
            </a:lvl8pPr>
            <a:lvl9pPr algn="l">
              <a:defRPr sz="1050" b="0">
                <a:solidFill>
                  <a:srgbClr val="101828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Alto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77B554-0E1B-42C9-ABA4-33D7DD62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1910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00" b="1">
                <a:solidFill>
                  <a:srgbClr val="667085"/>
                </a:solidFill>
              </a:defRPr>
            </a:defPPr>
            <a:lvl1pPr algn="l">
              <a:defRPr sz="900" b="1">
                <a:solidFill>
                  <a:srgbClr val="667085"/>
                </a:solidFill>
              </a:defRPr>
            </a:lvl1pPr>
            <a:lvl2pPr algn="l">
              <a:defRPr sz="900" b="1">
                <a:solidFill>
                  <a:srgbClr val="667085"/>
                </a:solidFill>
              </a:defRPr>
            </a:lvl2pPr>
            <a:lvl3pPr algn="l">
              <a:defRPr sz="900" b="1">
                <a:solidFill>
                  <a:srgbClr val="667085"/>
                </a:solidFill>
              </a:defRPr>
            </a:lvl3pPr>
            <a:lvl4pPr algn="l">
              <a:defRPr sz="900" b="1">
                <a:solidFill>
                  <a:srgbClr val="667085"/>
                </a:solidFill>
              </a:defRPr>
            </a:lvl4pPr>
            <a:lvl5pPr algn="l">
              <a:defRPr sz="900" b="1">
                <a:solidFill>
                  <a:srgbClr val="667085"/>
                </a:solidFill>
              </a:defRPr>
            </a:lvl5pPr>
            <a:lvl6pPr algn="l">
              <a:defRPr sz="900" b="1">
                <a:solidFill>
                  <a:srgbClr val="667085"/>
                </a:solidFill>
              </a:defRPr>
            </a:lvl6pPr>
            <a:lvl7pPr algn="l">
              <a:defRPr sz="900" b="1">
                <a:solidFill>
                  <a:srgbClr val="667085"/>
                </a:solidFill>
              </a:defRPr>
            </a:lvl7pPr>
            <a:lvl8pPr algn="l">
              <a:defRPr sz="900" b="1">
                <a:solidFill>
                  <a:srgbClr val="667085"/>
                </a:solidFill>
              </a:defRPr>
            </a:lvl8pPr>
            <a:lvl9pPr algn="l">
              <a:defRPr sz="900" b="1">
                <a:solidFill>
                  <a:srgbClr val="667085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URGENCIA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7C7F81-8C6C-402D-B632-6D266BBBF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00550"/>
            <a:ext cx="16192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C252B2-4C5B-4F02-9954-1D111A1F1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476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0">
                <a:solidFill>
                  <a:srgbClr val="101828"/>
                </a:solidFill>
              </a:defRPr>
            </a:defPPr>
            <a:lvl1pPr algn="l">
              <a:defRPr sz="1050" b="0">
                <a:solidFill>
                  <a:srgbClr val="101828"/>
                </a:solidFill>
              </a:defRPr>
            </a:lvl1pPr>
            <a:lvl2pPr algn="l">
              <a:defRPr sz="1050" b="0">
                <a:solidFill>
                  <a:srgbClr val="101828"/>
                </a:solidFill>
              </a:defRPr>
            </a:lvl2pPr>
            <a:lvl3pPr algn="l">
              <a:defRPr sz="1050" b="0">
                <a:solidFill>
                  <a:srgbClr val="101828"/>
                </a:solidFill>
              </a:defRPr>
            </a:lvl3pPr>
            <a:lvl4pPr algn="l">
              <a:defRPr sz="1050" b="0">
                <a:solidFill>
                  <a:srgbClr val="101828"/>
                </a:solidFill>
              </a:defRPr>
            </a:lvl4pPr>
            <a:lvl5pPr algn="l">
              <a:defRPr sz="1050" b="0">
                <a:solidFill>
                  <a:srgbClr val="101828"/>
                </a:solidFill>
              </a:defRPr>
            </a:lvl5pPr>
            <a:lvl6pPr algn="l">
              <a:defRPr sz="1050" b="0">
                <a:solidFill>
                  <a:srgbClr val="101828"/>
                </a:solidFill>
              </a:defRPr>
            </a:lvl6pPr>
            <a:lvl7pPr algn="l">
              <a:defRPr sz="1050" b="0">
                <a:solidFill>
                  <a:srgbClr val="101828"/>
                </a:solidFill>
              </a:defRPr>
            </a:lvl7pPr>
            <a:lvl8pPr algn="l">
              <a:defRPr sz="1050" b="0">
                <a:solidFill>
                  <a:srgbClr val="101828"/>
                </a:solidFill>
              </a:defRPr>
            </a:lvl8pPr>
            <a:lvl9pPr algn="l">
              <a:defRPr sz="1050" b="0">
                <a:solidFill>
                  <a:srgbClr val="101828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Alta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7F4A01-5606-410C-9D88-4424E159E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19100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00" b="1">
                <a:solidFill>
                  <a:srgbClr val="667085"/>
                </a:solidFill>
              </a:defRPr>
            </a:defPPr>
            <a:lvl1pPr algn="l">
              <a:defRPr sz="900" b="1">
                <a:solidFill>
                  <a:srgbClr val="667085"/>
                </a:solidFill>
              </a:defRPr>
            </a:lvl1pPr>
            <a:lvl2pPr algn="l">
              <a:defRPr sz="900" b="1">
                <a:solidFill>
                  <a:srgbClr val="667085"/>
                </a:solidFill>
              </a:defRPr>
            </a:lvl2pPr>
            <a:lvl3pPr algn="l">
              <a:defRPr sz="900" b="1">
                <a:solidFill>
                  <a:srgbClr val="667085"/>
                </a:solidFill>
              </a:defRPr>
            </a:lvl3pPr>
            <a:lvl4pPr algn="l">
              <a:defRPr sz="900" b="1">
                <a:solidFill>
                  <a:srgbClr val="667085"/>
                </a:solidFill>
              </a:defRPr>
            </a:lvl4pPr>
            <a:lvl5pPr algn="l">
              <a:defRPr sz="900" b="1">
                <a:solidFill>
                  <a:srgbClr val="667085"/>
                </a:solidFill>
              </a:defRPr>
            </a:lvl5pPr>
            <a:lvl6pPr algn="l">
              <a:defRPr sz="900" b="1">
                <a:solidFill>
                  <a:srgbClr val="667085"/>
                </a:solidFill>
              </a:defRPr>
            </a:lvl6pPr>
            <a:lvl7pPr algn="l">
              <a:defRPr sz="900" b="1">
                <a:solidFill>
                  <a:srgbClr val="667085"/>
                </a:solidFill>
              </a:defRPr>
            </a:lvl7pPr>
            <a:lvl8pPr algn="l">
              <a:defRPr sz="900" b="1">
                <a:solidFill>
                  <a:srgbClr val="667085"/>
                </a:solidFill>
              </a:defRPr>
            </a:lvl8pPr>
            <a:lvl9pPr algn="l">
              <a:defRPr sz="900" b="1">
                <a:solidFill>
                  <a:srgbClr val="667085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PRIORIDAD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E7BD7B-40EE-4E81-BB97-2129C5181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400550"/>
            <a:ext cx="27622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E77CDB-FA7A-494E-9DE3-5CEF7DE3D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767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0">
                <a:solidFill>
                  <a:srgbClr val="101828"/>
                </a:solidFill>
              </a:defRPr>
            </a:defPPr>
            <a:lvl1pPr algn="l">
              <a:defRPr sz="1050" b="0">
                <a:solidFill>
                  <a:srgbClr val="101828"/>
                </a:solidFill>
              </a:defRPr>
            </a:lvl1pPr>
            <a:lvl2pPr algn="l">
              <a:defRPr sz="1050" b="0">
                <a:solidFill>
                  <a:srgbClr val="101828"/>
                </a:solidFill>
              </a:defRPr>
            </a:lvl2pPr>
            <a:lvl3pPr algn="l">
              <a:defRPr sz="1050" b="0">
                <a:solidFill>
                  <a:srgbClr val="101828"/>
                </a:solidFill>
              </a:defRPr>
            </a:lvl3pPr>
            <a:lvl4pPr algn="l">
              <a:defRPr sz="1050" b="0">
                <a:solidFill>
                  <a:srgbClr val="101828"/>
                </a:solidFill>
              </a:defRPr>
            </a:lvl4pPr>
            <a:lvl5pPr algn="l">
              <a:defRPr sz="1050" b="0">
                <a:solidFill>
                  <a:srgbClr val="101828"/>
                </a:solidFill>
              </a:defRPr>
            </a:lvl5pPr>
            <a:lvl6pPr algn="l">
              <a:defRPr sz="1050" b="0">
                <a:solidFill>
                  <a:srgbClr val="101828"/>
                </a:solidFill>
              </a:defRPr>
            </a:lvl6pPr>
            <a:lvl7pPr algn="l">
              <a:defRPr sz="1050" b="0">
                <a:solidFill>
                  <a:srgbClr val="101828"/>
                </a:solidFill>
              </a:defRPr>
            </a:lvl7pPr>
            <a:lvl8pPr algn="l">
              <a:defRPr sz="1050" b="0">
                <a:solidFill>
                  <a:srgbClr val="101828"/>
                </a:solidFill>
              </a:defRPr>
            </a:lvl8pPr>
            <a:lvl9pPr algn="l">
              <a:defRPr sz="1050" b="0">
                <a:solidFill>
                  <a:srgbClr val="101828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P1 · cálculo por matriz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3EA328-801A-4D8B-998A-D3F1A879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958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00" b="1">
                <a:solidFill>
                  <a:srgbClr val="667085"/>
                </a:solidFill>
              </a:defRPr>
            </a:defPPr>
            <a:lvl1pPr algn="l">
              <a:defRPr sz="900" b="1">
                <a:solidFill>
                  <a:srgbClr val="667085"/>
                </a:solidFill>
              </a:defRPr>
            </a:lvl1pPr>
            <a:lvl2pPr algn="l">
              <a:defRPr sz="900" b="1">
                <a:solidFill>
                  <a:srgbClr val="667085"/>
                </a:solidFill>
              </a:defRPr>
            </a:lvl2pPr>
            <a:lvl3pPr algn="l">
              <a:defRPr sz="900" b="1">
                <a:solidFill>
                  <a:srgbClr val="667085"/>
                </a:solidFill>
              </a:defRPr>
            </a:lvl3pPr>
            <a:lvl4pPr algn="l">
              <a:defRPr sz="900" b="1">
                <a:solidFill>
                  <a:srgbClr val="667085"/>
                </a:solidFill>
              </a:defRPr>
            </a:lvl4pPr>
            <a:lvl5pPr algn="l">
              <a:defRPr sz="900" b="1">
                <a:solidFill>
                  <a:srgbClr val="667085"/>
                </a:solidFill>
              </a:defRPr>
            </a:lvl5pPr>
            <a:lvl6pPr algn="l">
              <a:defRPr sz="900" b="1">
                <a:solidFill>
                  <a:srgbClr val="667085"/>
                </a:solidFill>
              </a:defRPr>
            </a:lvl6pPr>
            <a:lvl7pPr algn="l">
              <a:defRPr sz="900" b="1">
                <a:solidFill>
                  <a:srgbClr val="667085"/>
                </a:solidFill>
              </a:defRPr>
            </a:lvl7pPr>
            <a:lvl8pPr algn="l">
              <a:defRPr sz="900" b="1">
                <a:solidFill>
                  <a:srgbClr val="667085"/>
                </a:solidFill>
              </a:defRPr>
            </a:lvl8pPr>
            <a:lvl9pPr algn="l">
              <a:defRPr sz="900" b="1">
                <a:solidFill>
                  <a:srgbClr val="667085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DESCRIPCIÓN DEL CASO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F42307-F846-40F4-B3FD-AE3AA676B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638175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A23124-93C1-49D0-8F45-9EE145486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5780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0">
                <a:solidFill>
                  <a:srgbClr val="667085"/>
                </a:solidFill>
              </a:defRPr>
            </a:defPPr>
            <a:lvl1pPr algn="l">
              <a:defRPr sz="1050" b="0">
                <a:solidFill>
                  <a:srgbClr val="667085"/>
                </a:solidFill>
              </a:defRPr>
            </a:lvl1pPr>
            <a:lvl2pPr algn="l">
              <a:defRPr sz="1050" b="0">
                <a:solidFill>
                  <a:srgbClr val="667085"/>
                </a:solidFill>
              </a:defRPr>
            </a:lvl2pPr>
            <a:lvl3pPr algn="l">
              <a:defRPr sz="1050" b="0">
                <a:solidFill>
                  <a:srgbClr val="667085"/>
                </a:solidFill>
              </a:defRPr>
            </a:lvl3pPr>
            <a:lvl4pPr algn="l">
              <a:defRPr sz="1050" b="0">
                <a:solidFill>
                  <a:srgbClr val="667085"/>
                </a:solidFill>
              </a:defRPr>
            </a:lvl4pPr>
            <a:lvl5pPr algn="l">
              <a:defRPr sz="1050" b="0">
                <a:solidFill>
                  <a:srgbClr val="667085"/>
                </a:solidFill>
              </a:defRPr>
            </a:lvl5pPr>
            <a:lvl6pPr algn="l">
              <a:defRPr sz="1050" b="0">
                <a:solidFill>
                  <a:srgbClr val="667085"/>
                </a:solidFill>
              </a:defRPr>
            </a:lvl6pPr>
            <a:lvl7pPr algn="l">
              <a:defRPr sz="1050" b="0">
                <a:solidFill>
                  <a:srgbClr val="667085"/>
                </a:solidFill>
              </a:defRPr>
            </a:lvl7pPr>
            <a:lvl8pPr algn="l">
              <a:defRPr sz="1050" b="0">
                <a:solidFill>
                  <a:srgbClr val="667085"/>
                </a:solidFill>
              </a:defRPr>
            </a:lvl8pPr>
            <a:lvl9pPr algn="l">
              <a:defRPr sz="1050" b="0">
                <a:solidFill>
                  <a:srgbClr val="667085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Qué ocurrió, a quién afecta y desde cuándo…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018C3C-F429-4C56-A930-665EDB510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717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17365D"/>
                </a:solidFill>
              </a:defRPr>
            </a:defPPr>
            <a:lvl1pPr algn="l">
              <a:defRPr sz="1650" b="1">
                <a:solidFill>
                  <a:srgbClr val="17365D"/>
                </a:solidFill>
              </a:defRPr>
            </a:lvl1pPr>
            <a:lvl2pPr algn="l">
              <a:defRPr sz="1650" b="1">
                <a:solidFill>
                  <a:srgbClr val="17365D"/>
                </a:solidFill>
              </a:defRPr>
            </a:lvl2pPr>
            <a:lvl3pPr algn="l">
              <a:defRPr sz="1650" b="1">
                <a:solidFill>
                  <a:srgbClr val="17365D"/>
                </a:solidFill>
              </a:defRPr>
            </a:lvl3pPr>
            <a:lvl4pPr algn="l">
              <a:defRPr sz="1650" b="1">
                <a:solidFill>
                  <a:srgbClr val="17365D"/>
                </a:solidFill>
              </a:defRPr>
            </a:lvl4pPr>
            <a:lvl5pPr algn="l">
              <a:defRPr sz="1650" b="1">
                <a:solidFill>
                  <a:srgbClr val="17365D"/>
                </a:solidFill>
              </a:defRPr>
            </a:lvl5pPr>
            <a:lvl6pPr algn="l">
              <a:defRPr sz="1650" b="1">
                <a:solidFill>
                  <a:srgbClr val="17365D"/>
                </a:solidFill>
              </a:defRPr>
            </a:lvl6pPr>
            <a:lvl7pPr algn="l">
              <a:defRPr sz="1650" b="1">
                <a:solidFill>
                  <a:srgbClr val="17365D"/>
                </a:solidFill>
              </a:defRPr>
            </a:lvl7pPr>
            <a:lvl8pPr algn="l">
              <a:defRPr sz="1650" b="1">
                <a:solidFill>
                  <a:srgbClr val="17365D"/>
                </a:solidFill>
              </a:defRPr>
            </a:lvl8pPr>
            <a:lvl9pPr algn="l">
              <a:defRPr sz="1650" b="1">
                <a:solidFill>
                  <a:srgbClr val="17365D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7365D"/>
                </a:solidFill>
              </a:defRPr>
            </a:pPr>
            <a:r>
              <a:rPr sz="1650" b="1">
                <a:solidFill>
                  <a:srgbClr val="17365D"/>
                </a:solidFill>
              </a:rPr>
              <a:t>Una captura, dos responsabilidades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8CE14F-8C85-4DD3-9C2C-40D435853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67000"/>
            <a:ext cx="3219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101828"/>
                </a:solidFill>
              </a:defRPr>
            </a:defPPr>
            <a:lvl1pPr algn="l">
              <a:defRPr sz="1425" b="0">
                <a:solidFill>
                  <a:srgbClr val="101828"/>
                </a:solidFill>
              </a:defRPr>
            </a:lvl1pPr>
            <a:lvl2pPr algn="l">
              <a:defRPr sz="1425" b="0">
                <a:solidFill>
                  <a:srgbClr val="101828"/>
                </a:solidFill>
              </a:defRPr>
            </a:lvl2pPr>
            <a:lvl3pPr algn="l">
              <a:defRPr sz="1425" b="0">
                <a:solidFill>
                  <a:srgbClr val="101828"/>
                </a:solidFill>
              </a:defRPr>
            </a:lvl3pPr>
            <a:lvl4pPr algn="l">
              <a:defRPr sz="1425" b="0">
                <a:solidFill>
                  <a:srgbClr val="101828"/>
                </a:solidFill>
              </a:defRPr>
            </a:lvl4pPr>
            <a:lvl5pPr algn="l">
              <a:defRPr sz="1425" b="0">
                <a:solidFill>
                  <a:srgbClr val="101828"/>
                </a:solidFill>
              </a:defRPr>
            </a:lvl5pPr>
            <a:lvl6pPr algn="l">
              <a:defRPr sz="1425" b="0">
                <a:solidFill>
                  <a:srgbClr val="101828"/>
                </a:solidFill>
              </a:defRPr>
            </a:lvl6pPr>
            <a:lvl7pPr algn="l">
              <a:defRPr sz="1425" b="0">
                <a:solidFill>
                  <a:srgbClr val="101828"/>
                </a:solidFill>
              </a:defRPr>
            </a:lvl7pPr>
            <a:lvl8pPr algn="l">
              <a:defRPr sz="1425" b="0">
                <a:solidFill>
                  <a:srgbClr val="101828"/>
                </a:solidFill>
              </a:defRPr>
            </a:lvl8pPr>
            <a:lvl9pPr algn="l">
              <a:defRPr sz="1425" b="0">
                <a:solidFill>
                  <a:srgbClr val="101828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La marca crea su ticket. Customer Service registra el caso recibido del consumidor.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283F4D-E7C9-4DF9-A4D2-895825DC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14725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0E462E5-7D4A-40BD-90E7-B5B996EFE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43325"/>
            <a:ext cx="3219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101828"/>
                </a:solidFill>
              </a:defRPr>
            </a:defPPr>
            <a:lvl1pPr algn="l">
              <a:defRPr sz="1425" b="0">
                <a:solidFill>
                  <a:srgbClr val="101828"/>
                </a:solidFill>
              </a:defRPr>
            </a:lvl1pPr>
            <a:lvl2pPr algn="l">
              <a:defRPr sz="1425" b="0">
                <a:solidFill>
                  <a:srgbClr val="101828"/>
                </a:solidFill>
              </a:defRPr>
            </a:lvl2pPr>
            <a:lvl3pPr algn="l">
              <a:defRPr sz="1425" b="0">
                <a:solidFill>
                  <a:srgbClr val="101828"/>
                </a:solidFill>
              </a:defRPr>
            </a:lvl3pPr>
            <a:lvl4pPr algn="l">
              <a:defRPr sz="1425" b="0">
                <a:solidFill>
                  <a:srgbClr val="101828"/>
                </a:solidFill>
              </a:defRPr>
            </a:lvl4pPr>
            <a:lvl5pPr algn="l">
              <a:defRPr sz="1425" b="0">
                <a:solidFill>
                  <a:srgbClr val="101828"/>
                </a:solidFill>
              </a:defRPr>
            </a:lvl5pPr>
            <a:lvl6pPr algn="l">
              <a:defRPr sz="1425" b="0">
                <a:solidFill>
                  <a:srgbClr val="101828"/>
                </a:solidFill>
              </a:defRPr>
            </a:lvl6pPr>
            <a:lvl7pPr algn="l">
              <a:defRPr sz="1425" b="0">
                <a:solidFill>
                  <a:srgbClr val="101828"/>
                </a:solidFill>
              </a:defRPr>
            </a:lvl7pPr>
            <a:lvl8pPr algn="l">
              <a:defRPr sz="1425" b="0">
                <a:solidFill>
                  <a:srgbClr val="101828"/>
                </a:solidFill>
              </a:defRPr>
            </a:lvl8pPr>
            <a:lvl9pPr algn="l">
              <a:defRPr sz="1425" b="0">
                <a:solidFill>
                  <a:srgbClr val="101828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Impacto + urgencia calculan P1, P2 o P3; tipo y categoría determinan la cola y el análisis.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057C8F8-FC1E-4CC4-9922-E38E4376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857750"/>
            <a:ext cx="3333750" cy="866775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EAF0F8"/>
          </a:solidFill>
          <a:ln xmlns:a="http://schemas.openxmlformats.org/drawingml/2006/main" w="9525">
            <a:solidFill>
              <a:srgbClr val="D5E1E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E2CBCDF-8357-4492-8EEF-3C9B46B9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04825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17365D"/>
                </a:solidFill>
              </a:defRPr>
            </a:defPPr>
            <a:lvl1pPr algn="l">
              <a:defRPr sz="1275" b="1">
                <a:solidFill>
                  <a:srgbClr val="17365D"/>
                </a:solidFill>
              </a:defRPr>
            </a:lvl1pPr>
            <a:lvl2pPr algn="l">
              <a:defRPr sz="1275" b="1">
                <a:solidFill>
                  <a:srgbClr val="17365D"/>
                </a:solidFill>
              </a:defRPr>
            </a:lvl2pPr>
            <a:lvl3pPr algn="l">
              <a:defRPr sz="1275" b="1">
                <a:solidFill>
                  <a:srgbClr val="17365D"/>
                </a:solidFill>
              </a:defRPr>
            </a:lvl3pPr>
            <a:lvl4pPr algn="l">
              <a:defRPr sz="1275" b="1">
                <a:solidFill>
                  <a:srgbClr val="17365D"/>
                </a:solidFill>
              </a:defRPr>
            </a:lvl4pPr>
            <a:lvl5pPr algn="l">
              <a:defRPr sz="1275" b="1">
                <a:solidFill>
                  <a:srgbClr val="17365D"/>
                </a:solidFill>
              </a:defRPr>
            </a:lvl5pPr>
            <a:lvl6pPr algn="l">
              <a:defRPr sz="1275" b="1">
                <a:solidFill>
                  <a:srgbClr val="17365D"/>
                </a:solidFill>
              </a:defRPr>
            </a:lvl6pPr>
            <a:lvl7pPr algn="l">
              <a:defRPr sz="1275" b="1">
                <a:solidFill>
                  <a:srgbClr val="17365D"/>
                </a:solidFill>
              </a:defRPr>
            </a:lvl7pPr>
            <a:lvl8pPr algn="l">
              <a:defRPr sz="1275" b="1">
                <a:solidFill>
                  <a:srgbClr val="17365D"/>
                </a:solidFill>
              </a:defRPr>
            </a:lvl8pPr>
            <a:lvl9pPr algn="l">
              <a:defRPr sz="1275" b="1">
                <a:solidFill>
                  <a:srgbClr val="17365D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7365D"/>
                </a:solidFill>
              </a:defRPr>
            </a:pPr>
            <a:r>
              <a:rPr sz="1275" b="1">
                <a:solidFill>
                  <a:srgbClr val="17365D"/>
                </a:solidFill>
              </a:rPr>
              <a:t>Demanda única · cola de incidentes separada de solicitudes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C47DDB5-2C6C-4246-A2D0-0876EE656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00" b="0">
                <a:solidFill>
                  <a:srgbClr val="667085"/>
                </a:solidFill>
              </a:defRPr>
            </a:defPPr>
            <a:lvl1pPr algn="l">
              <a:defRPr sz="900" b="0">
                <a:solidFill>
                  <a:srgbClr val="667085"/>
                </a:solidFill>
              </a:defRPr>
            </a:lvl1pPr>
            <a:lvl2pPr algn="l">
              <a:defRPr sz="900" b="0">
                <a:solidFill>
                  <a:srgbClr val="667085"/>
                </a:solidFill>
              </a:defRPr>
            </a:lvl2pPr>
            <a:lvl3pPr algn="l">
              <a:defRPr sz="900" b="0">
                <a:solidFill>
                  <a:srgbClr val="667085"/>
                </a:solidFill>
              </a:defRPr>
            </a:lvl3pPr>
            <a:lvl4pPr algn="l">
              <a:defRPr sz="900" b="0">
                <a:solidFill>
                  <a:srgbClr val="667085"/>
                </a:solidFill>
              </a:defRPr>
            </a:lvl4pPr>
            <a:lvl5pPr algn="l">
              <a:defRPr sz="900" b="0">
                <a:solidFill>
                  <a:srgbClr val="667085"/>
                </a:solidFill>
              </a:defRPr>
            </a:lvl5pPr>
            <a:lvl6pPr algn="l">
              <a:defRPr sz="900" b="0">
                <a:solidFill>
                  <a:srgbClr val="667085"/>
                </a:solidFill>
              </a:defRPr>
            </a:lvl6pPr>
            <a:lvl7pPr algn="l">
              <a:defRPr sz="900" b="0">
                <a:solidFill>
                  <a:srgbClr val="667085"/>
                </a:solidFill>
              </a:defRPr>
            </a:lvl7pPr>
            <a:lvl8pPr algn="l">
              <a:defRPr sz="900" b="0">
                <a:solidFill>
                  <a:srgbClr val="667085"/>
                </a:solidFill>
              </a:defRPr>
            </a:lvl8pPr>
            <a:lvl9pPr algn="l">
              <a:defRPr sz="900" b="0">
                <a:solidFill>
                  <a:srgbClr val="667085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Fase 2 · Demo académica · Datos ficticios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CD5BAC9-271A-44F1-BF4D-15550A03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900" b="1">
                <a:solidFill>
                  <a:srgbClr val="667085"/>
                </a:solidFill>
              </a:defRPr>
            </a:defPPr>
            <a:lvl1pPr algn="r">
              <a:defRPr sz="900" b="1">
                <a:solidFill>
                  <a:srgbClr val="667085"/>
                </a:solidFill>
              </a:defRPr>
            </a:lvl1pPr>
            <a:lvl2pPr algn="r">
              <a:defRPr sz="900" b="1">
                <a:solidFill>
                  <a:srgbClr val="667085"/>
                </a:solidFill>
              </a:defRPr>
            </a:lvl2pPr>
            <a:lvl3pPr algn="r">
              <a:defRPr sz="900" b="1">
                <a:solidFill>
                  <a:srgbClr val="667085"/>
                </a:solidFill>
              </a:defRPr>
            </a:lvl3pPr>
            <a:lvl4pPr algn="r">
              <a:defRPr sz="900" b="1">
                <a:solidFill>
                  <a:srgbClr val="667085"/>
                </a:solidFill>
              </a:defRPr>
            </a:lvl4pPr>
            <a:lvl5pPr algn="r">
              <a:defRPr sz="900" b="1">
                <a:solidFill>
                  <a:srgbClr val="667085"/>
                </a:solidFill>
              </a:defRPr>
            </a:lvl5pPr>
            <a:lvl6pPr algn="r">
              <a:defRPr sz="900" b="1">
                <a:solidFill>
                  <a:srgbClr val="667085"/>
                </a:solidFill>
              </a:defRPr>
            </a:lvl6pPr>
            <a:lvl7pPr algn="r">
              <a:defRPr sz="900" b="1">
                <a:solidFill>
                  <a:srgbClr val="667085"/>
                </a:solidFill>
              </a:defRPr>
            </a:lvl7pPr>
            <a:lvl8pPr algn="r">
              <a:defRPr sz="900" b="1">
                <a:solidFill>
                  <a:srgbClr val="667085"/>
                </a:solidFill>
              </a:defRPr>
            </a:lvl8pPr>
            <a:lvl9pPr algn="r">
              <a:defRPr sz="900" b="1">
                <a:solidFill>
                  <a:srgbClr val="667085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1361698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65B54AC-C97F-4020-9FF8-E11CDB5C1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1">
                <a:solidFill>
                  <a:srgbClr val="356DB5"/>
                </a:solidFill>
              </a:defRPr>
            </a:defPPr>
            <a:lvl1pPr algn="l">
              <a:defRPr sz="1050" b="1">
                <a:solidFill>
                  <a:srgbClr val="356DB5"/>
                </a:solidFill>
              </a:defRPr>
            </a:lvl1pPr>
            <a:lvl2pPr algn="l">
              <a:defRPr sz="1050" b="1">
                <a:solidFill>
                  <a:srgbClr val="356DB5"/>
                </a:solidFill>
              </a:defRPr>
            </a:lvl2pPr>
            <a:lvl3pPr algn="l">
              <a:defRPr sz="1050" b="1">
                <a:solidFill>
                  <a:srgbClr val="356DB5"/>
                </a:solidFill>
              </a:defRPr>
            </a:lvl3pPr>
            <a:lvl4pPr algn="l">
              <a:defRPr sz="1050" b="1">
                <a:solidFill>
                  <a:srgbClr val="356DB5"/>
                </a:solidFill>
              </a:defRPr>
            </a:lvl4pPr>
            <a:lvl5pPr algn="l">
              <a:defRPr sz="1050" b="1">
                <a:solidFill>
                  <a:srgbClr val="356DB5"/>
                </a:solidFill>
              </a:defRPr>
            </a:lvl5pPr>
            <a:lvl6pPr algn="l">
              <a:defRPr sz="1050" b="1">
                <a:solidFill>
                  <a:srgbClr val="356DB5"/>
                </a:solidFill>
              </a:defRPr>
            </a:lvl6pPr>
            <a:lvl7pPr algn="l">
              <a:defRPr sz="1050" b="1">
                <a:solidFill>
                  <a:srgbClr val="356DB5"/>
                </a:solidFill>
              </a:defRPr>
            </a:lvl7pPr>
            <a:lvl8pPr algn="l">
              <a:defRPr sz="1050" b="1">
                <a:solidFill>
                  <a:srgbClr val="356DB5"/>
                </a:solidFill>
              </a:defRPr>
            </a:lvl8pPr>
            <a:lvl9pPr algn="l">
              <a:defRPr sz="1050" b="1">
                <a:solidFill>
                  <a:srgbClr val="356DB5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356DB5"/>
                </a:solidFill>
              </a:defRPr>
            </a:pPr>
            <a:r>
              <a:rPr sz="1050" b="1">
                <a:solidFill>
                  <a:srgbClr val="356DB5"/>
                </a:solidFill>
              </a:rPr>
              <a:t>BEVSTACK · SERVICE DESK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F301D6-4D04-4719-8BED-B717B2F0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000" b="1">
                <a:solidFill>
                  <a:srgbClr val="102743"/>
                </a:solidFill>
              </a:defRPr>
            </a:defPPr>
            <a:lvl1pPr algn="l">
              <a:defRPr sz="3000" b="1">
                <a:solidFill>
                  <a:srgbClr val="102743"/>
                </a:solidFill>
              </a:defRPr>
            </a:lvl1pPr>
            <a:lvl2pPr algn="l">
              <a:defRPr sz="3000" b="1">
                <a:solidFill>
                  <a:srgbClr val="102743"/>
                </a:solidFill>
              </a:defRPr>
            </a:lvl2pPr>
            <a:lvl3pPr algn="l">
              <a:defRPr sz="3000" b="1">
                <a:solidFill>
                  <a:srgbClr val="102743"/>
                </a:solidFill>
              </a:defRPr>
            </a:lvl3pPr>
            <a:lvl4pPr algn="l">
              <a:defRPr sz="3000" b="1">
                <a:solidFill>
                  <a:srgbClr val="102743"/>
                </a:solidFill>
              </a:defRPr>
            </a:lvl4pPr>
            <a:lvl5pPr algn="l">
              <a:defRPr sz="3000" b="1">
                <a:solidFill>
                  <a:srgbClr val="102743"/>
                </a:solidFill>
              </a:defRPr>
            </a:lvl5pPr>
            <a:lvl6pPr algn="l">
              <a:defRPr sz="3000" b="1">
                <a:solidFill>
                  <a:srgbClr val="102743"/>
                </a:solidFill>
              </a:defRPr>
            </a:lvl6pPr>
            <a:lvl7pPr algn="l">
              <a:defRPr sz="3000" b="1">
                <a:solidFill>
                  <a:srgbClr val="102743"/>
                </a:solidFill>
              </a:defRPr>
            </a:lvl7pPr>
            <a:lvl8pPr algn="l">
              <a:defRPr sz="3000" b="1">
                <a:solidFill>
                  <a:srgbClr val="102743"/>
                </a:solidFill>
              </a:defRPr>
            </a:lvl8pPr>
            <a:lvl9pPr algn="l">
              <a:defRPr sz="3000" b="1">
                <a:solidFill>
                  <a:srgbClr val="102743"/>
                </a:solidFill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02743"/>
                </a:solidFill>
              </a:defRPr>
            </a:pPr>
            <a:r>
              <a:rPr sz="3000" b="1">
                <a:solidFill>
                  <a:srgbClr val="102743"/>
                </a:solidFill>
              </a:rPr>
              <a:t>Tablero de seguimiento del equipo de soporte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FF7864-B022-4F2B-BE0C-480F16796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C3F74A-0E8A-4A24-91AF-AE38879C4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667085"/>
                </a:solidFill>
              </a:defRPr>
            </a:defPPr>
            <a:lvl1pPr algn="l">
              <a:defRPr sz="1575" b="0">
                <a:solidFill>
                  <a:srgbClr val="667085"/>
                </a:solidFill>
              </a:defRPr>
            </a:lvl1pPr>
            <a:lvl2pPr algn="l">
              <a:defRPr sz="1575" b="0">
                <a:solidFill>
                  <a:srgbClr val="667085"/>
                </a:solidFill>
              </a:defRPr>
            </a:lvl2pPr>
            <a:lvl3pPr algn="l">
              <a:defRPr sz="1575" b="0">
                <a:solidFill>
                  <a:srgbClr val="667085"/>
                </a:solidFill>
              </a:defRPr>
            </a:lvl3pPr>
            <a:lvl4pPr algn="l">
              <a:defRPr sz="1575" b="0">
                <a:solidFill>
                  <a:srgbClr val="667085"/>
                </a:solidFill>
              </a:defRPr>
            </a:lvl4pPr>
            <a:lvl5pPr algn="l">
              <a:defRPr sz="1575" b="0">
                <a:solidFill>
                  <a:srgbClr val="667085"/>
                </a:solidFill>
              </a:defRPr>
            </a:lvl5pPr>
            <a:lvl6pPr algn="l">
              <a:defRPr sz="1575" b="0">
                <a:solidFill>
                  <a:srgbClr val="667085"/>
                </a:solidFill>
              </a:defRPr>
            </a:lvl6pPr>
            <a:lvl7pPr algn="l">
              <a:defRPr sz="1575" b="0">
                <a:solidFill>
                  <a:srgbClr val="667085"/>
                </a:solidFill>
              </a:defRPr>
            </a:lvl7pPr>
            <a:lvl8pPr algn="l">
              <a:defRPr sz="1575" b="0">
                <a:solidFill>
                  <a:srgbClr val="667085"/>
                </a:solidFill>
              </a:defRPr>
            </a:lvl8pPr>
            <a:lvl9pPr algn="l">
              <a:defRPr sz="1575" b="0">
                <a:solidFill>
                  <a:srgbClr val="667085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67085"/>
                </a:solidFill>
              </a:defRPr>
            </a:pPr>
            <a:r>
              <a:rPr sz="1575" b="0">
                <a:solidFill>
                  <a:srgbClr val="667085"/>
                </a:solidFill>
              </a:rPr>
              <a:t>Una cola ordenada por prioridad para decidir qué atender primero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539C94-F1B1-45B6-8731-CB25F7577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10972800" cy="3695700"/>
          </a:xfrm>
          <a:prstGeom xmlns:a="http://schemas.openxmlformats.org/drawingml/2006/main" prst="roundRect">
            <a:avLst>
              <a:gd name="adj" fmla="val 30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5D36DC-AEAD-4D7A-8C02-BD9C7D4E2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109728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02743"/>
          </a:solidFill>
          <a:ln xmlns:a="http://schemas.openxmlformats.org/drawingml/2006/main" w="9525">
            <a:solidFill>
              <a:srgbClr val="10274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EA16BB-BBF8-4483-9C6F-6E98CD3F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383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</a:defRPr>
            </a:defPPr>
            <a:lvl1pPr algn="l">
              <a:defRPr sz="900" b="1">
                <a:solidFill>
                  <a:srgbClr val="FFFFFF"/>
                </a:solidFill>
              </a:defRPr>
            </a:lvl1pPr>
            <a:lvl2pPr algn="l">
              <a:defRPr sz="900" b="1">
                <a:solidFill>
                  <a:srgbClr val="FFFFFF"/>
                </a:solidFill>
              </a:defRPr>
            </a:lvl2pPr>
            <a:lvl3pPr algn="l">
              <a:defRPr sz="900" b="1">
                <a:solidFill>
                  <a:srgbClr val="FFFFFF"/>
                </a:solidFill>
              </a:defRPr>
            </a:lvl3pPr>
            <a:lvl4pPr algn="l">
              <a:defRPr sz="900" b="1">
                <a:solidFill>
                  <a:srgbClr val="FFFFFF"/>
                </a:solidFill>
              </a:defRPr>
            </a:lvl4pPr>
            <a:lvl5pPr algn="l">
              <a:defRPr sz="900" b="1">
                <a:solidFill>
                  <a:srgbClr val="FFFFFF"/>
                </a:solidFill>
              </a:defRPr>
            </a:lvl5pPr>
            <a:lvl6pPr algn="l">
              <a:defRPr sz="900" b="1">
                <a:solidFill>
                  <a:srgbClr val="FFFFFF"/>
                </a:solidFill>
              </a:defRPr>
            </a:lvl6pPr>
            <a:lvl7pPr algn="l">
              <a:defRPr sz="900" b="1">
                <a:solidFill>
                  <a:srgbClr val="FFFFFF"/>
                </a:solidFill>
              </a:defRPr>
            </a:lvl7pPr>
            <a:lvl8pPr algn="l">
              <a:defRPr sz="900" b="1">
                <a:solidFill>
                  <a:srgbClr val="FFFFFF"/>
                </a:solidFill>
              </a:defRPr>
            </a:lvl8pPr>
            <a:lvl9pPr algn="l">
              <a:defRPr sz="9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TICKET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5B3ECA-54C9-4AEF-BB6B-DF6BB6C22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238375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</a:defRPr>
            </a:defPPr>
            <a:lvl1pPr algn="l">
              <a:defRPr sz="900" b="1">
                <a:solidFill>
                  <a:srgbClr val="FFFFFF"/>
                </a:solidFill>
              </a:defRPr>
            </a:lvl1pPr>
            <a:lvl2pPr algn="l">
              <a:defRPr sz="900" b="1">
                <a:solidFill>
                  <a:srgbClr val="FFFFFF"/>
                </a:solidFill>
              </a:defRPr>
            </a:lvl2pPr>
            <a:lvl3pPr algn="l">
              <a:defRPr sz="900" b="1">
                <a:solidFill>
                  <a:srgbClr val="FFFFFF"/>
                </a:solidFill>
              </a:defRPr>
            </a:lvl3pPr>
            <a:lvl4pPr algn="l">
              <a:defRPr sz="900" b="1">
                <a:solidFill>
                  <a:srgbClr val="FFFFFF"/>
                </a:solidFill>
              </a:defRPr>
            </a:lvl4pPr>
            <a:lvl5pPr algn="l">
              <a:defRPr sz="900" b="1">
                <a:solidFill>
                  <a:srgbClr val="FFFFFF"/>
                </a:solidFill>
              </a:defRPr>
            </a:lvl5pPr>
            <a:lvl6pPr algn="l">
              <a:defRPr sz="900" b="1">
                <a:solidFill>
                  <a:srgbClr val="FFFFFF"/>
                </a:solidFill>
              </a:defRPr>
            </a:lvl6pPr>
            <a:lvl7pPr algn="l">
              <a:defRPr sz="900" b="1">
                <a:solidFill>
                  <a:srgbClr val="FFFFFF"/>
                </a:solidFill>
              </a:defRPr>
            </a:lvl7pPr>
            <a:lvl8pPr algn="l">
              <a:defRPr sz="900" b="1">
                <a:solidFill>
                  <a:srgbClr val="FFFFFF"/>
                </a:solidFill>
              </a:defRPr>
            </a:lvl8pPr>
            <a:lvl9pPr algn="l">
              <a:defRPr sz="9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TIPO / CATEGORÍA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C11296-9B51-4AF6-9D89-A9526274E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2383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</a:defRPr>
            </a:defPPr>
            <a:lvl1pPr algn="l">
              <a:defRPr sz="900" b="1">
                <a:solidFill>
                  <a:srgbClr val="FFFFFF"/>
                </a:solidFill>
              </a:defRPr>
            </a:lvl1pPr>
            <a:lvl2pPr algn="l">
              <a:defRPr sz="900" b="1">
                <a:solidFill>
                  <a:srgbClr val="FFFFFF"/>
                </a:solidFill>
              </a:defRPr>
            </a:lvl2pPr>
            <a:lvl3pPr algn="l">
              <a:defRPr sz="900" b="1">
                <a:solidFill>
                  <a:srgbClr val="FFFFFF"/>
                </a:solidFill>
              </a:defRPr>
            </a:lvl3pPr>
            <a:lvl4pPr algn="l">
              <a:defRPr sz="900" b="1">
                <a:solidFill>
                  <a:srgbClr val="FFFFFF"/>
                </a:solidFill>
              </a:defRPr>
            </a:lvl4pPr>
            <a:lvl5pPr algn="l">
              <a:defRPr sz="900" b="1">
                <a:solidFill>
                  <a:srgbClr val="FFFFFF"/>
                </a:solidFill>
              </a:defRPr>
            </a:lvl5pPr>
            <a:lvl6pPr algn="l">
              <a:defRPr sz="900" b="1">
                <a:solidFill>
                  <a:srgbClr val="FFFFFF"/>
                </a:solidFill>
              </a:defRPr>
            </a:lvl6pPr>
            <a:lvl7pPr algn="l">
              <a:defRPr sz="900" b="1">
                <a:solidFill>
                  <a:srgbClr val="FFFFFF"/>
                </a:solidFill>
              </a:defRPr>
            </a:lvl7pPr>
            <a:lvl8pPr algn="l">
              <a:defRPr sz="900" b="1">
                <a:solidFill>
                  <a:srgbClr val="FFFFFF"/>
                </a:solidFill>
              </a:defRPr>
            </a:lvl8pPr>
            <a:lvl9pPr algn="l">
              <a:defRPr sz="9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MARCA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E21114-8304-4C44-A6DF-26BB20A6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383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</a:defRPr>
            </a:defPPr>
            <a:lvl1pPr algn="l">
              <a:defRPr sz="900" b="1">
                <a:solidFill>
                  <a:srgbClr val="FFFFFF"/>
                </a:solidFill>
              </a:defRPr>
            </a:lvl1pPr>
            <a:lvl2pPr algn="l">
              <a:defRPr sz="900" b="1">
                <a:solidFill>
                  <a:srgbClr val="FFFFFF"/>
                </a:solidFill>
              </a:defRPr>
            </a:lvl2pPr>
            <a:lvl3pPr algn="l">
              <a:defRPr sz="900" b="1">
                <a:solidFill>
                  <a:srgbClr val="FFFFFF"/>
                </a:solidFill>
              </a:defRPr>
            </a:lvl3pPr>
            <a:lvl4pPr algn="l">
              <a:defRPr sz="900" b="1">
                <a:solidFill>
                  <a:srgbClr val="FFFFFF"/>
                </a:solidFill>
              </a:defRPr>
            </a:lvl4pPr>
            <a:lvl5pPr algn="l">
              <a:defRPr sz="900" b="1">
                <a:solidFill>
                  <a:srgbClr val="FFFFFF"/>
                </a:solidFill>
              </a:defRPr>
            </a:lvl5pPr>
            <a:lvl6pPr algn="l">
              <a:defRPr sz="900" b="1">
                <a:solidFill>
                  <a:srgbClr val="FFFFFF"/>
                </a:solidFill>
              </a:defRPr>
            </a:lvl6pPr>
            <a:lvl7pPr algn="l">
              <a:defRPr sz="900" b="1">
                <a:solidFill>
                  <a:srgbClr val="FFFFFF"/>
                </a:solidFill>
              </a:defRPr>
            </a:lvl7pPr>
            <a:lvl8pPr algn="l">
              <a:defRPr sz="900" b="1">
                <a:solidFill>
                  <a:srgbClr val="FFFFFF"/>
                </a:solidFill>
              </a:defRPr>
            </a:lvl8pPr>
            <a:lvl9pPr algn="l">
              <a:defRPr sz="9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PRIORIDAD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E73E0B-4AD7-4DF4-AADE-A02A18FC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38375"/>
            <a:ext cx="1190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</a:defRPr>
            </a:defPPr>
            <a:lvl1pPr algn="l">
              <a:defRPr sz="900" b="1">
                <a:solidFill>
                  <a:srgbClr val="FFFFFF"/>
                </a:solidFill>
              </a:defRPr>
            </a:lvl1pPr>
            <a:lvl2pPr algn="l">
              <a:defRPr sz="900" b="1">
                <a:solidFill>
                  <a:srgbClr val="FFFFFF"/>
                </a:solidFill>
              </a:defRPr>
            </a:lvl2pPr>
            <a:lvl3pPr algn="l">
              <a:defRPr sz="900" b="1">
                <a:solidFill>
                  <a:srgbClr val="FFFFFF"/>
                </a:solidFill>
              </a:defRPr>
            </a:lvl3pPr>
            <a:lvl4pPr algn="l">
              <a:defRPr sz="900" b="1">
                <a:solidFill>
                  <a:srgbClr val="FFFFFF"/>
                </a:solidFill>
              </a:defRPr>
            </a:lvl4pPr>
            <a:lvl5pPr algn="l">
              <a:defRPr sz="900" b="1">
                <a:solidFill>
                  <a:srgbClr val="FFFFFF"/>
                </a:solidFill>
              </a:defRPr>
            </a:lvl5pPr>
            <a:lvl6pPr algn="l">
              <a:defRPr sz="900" b="1">
                <a:solidFill>
                  <a:srgbClr val="FFFFFF"/>
                </a:solidFill>
              </a:defRPr>
            </a:lvl6pPr>
            <a:lvl7pPr algn="l">
              <a:defRPr sz="900" b="1">
                <a:solidFill>
                  <a:srgbClr val="FFFFFF"/>
                </a:solidFill>
              </a:defRPr>
            </a:lvl7pPr>
            <a:lvl8pPr algn="l">
              <a:defRPr sz="900" b="1">
                <a:solidFill>
                  <a:srgbClr val="FFFFFF"/>
                </a:solidFill>
              </a:defRPr>
            </a:lvl8pPr>
            <a:lvl9pPr algn="l">
              <a:defRPr sz="9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ESTADO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D88AAE-9096-4599-99B4-C3C9C8599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3837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</a:defRPr>
            </a:defPPr>
            <a:lvl1pPr algn="l">
              <a:defRPr sz="900" b="1">
                <a:solidFill>
                  <a:srgbClr val="FFFFFF"/>
                </a:solidFill>
              </a:defRPr>
            </a:lvl1pPr>
            <a:lvl2pPr algn="l">
              <a:defRPr sz="900" b="1">
                <a:solidFill>
                  <a:srgbClr val="FFFFFF"/>
                </a:solidFill>
              </a:defRPr>
            </a:lvl2pPr>
            <a:lvl3pPr algn="l">
              <a:defRPr sz="900" b="1">
                <a:solidFill>
                  <a:srgbClr val="FFFFFF"/>
                </a:solidFill>
              </a:defRPr>
            </a:lvl3pPr>
            <a:lvl4pPr algn="l">
              <a:defRPr sz="900" b="1">
                <a:solidFill>
                  <a:srgbClr val="FFFFFF"/>
                </a:solidFill>
              </a:defRPr>
            </a:lvl4pPr>
            <a:lvl5pPr algn="l">
              <a:defRPr sz="900" b="1">
                <a:solidFill>
                  <a:srgbClr val="FFFFFF"/>
                </a:solidFill>
              </a:defRPr>
            </a:lvl5pPr>
            <a:lvl6pPr algn="l">
              <a:defRPr sz="900" b="1">
                <a:solidFill>
                  <a:srgbClr val="FFFFFF"/>
                </a:solidFill>
              </a:defRPr>
            </a:lvl6pPr>
            <a:lvl7pPr algn="l">
              <a:defRPr sz="900" b="1">
                <a:solidFill>
                  <a:srgbClr val="FFFFFF"/>
                </a:solidFill>
              </a:defRPr>
            </a:lvl7pPr>
            <a:lvl8pPr algn="l">
              <a:defRPr sz="900" b="1">
                <a:solidFill>
                  <a:srgbClr val="FFFFFF"/>
                </a:solidFill>
              </a:defRPr>
            </a:lvl8pPr>
            <a:lvl9pPr algn="l">
              <a:defRPr sz="9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INVESTIGA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199A2B-82B6-400F-B656-97FB8DC42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432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356DB5"/>
                </a:solidFill>
              </a:defRPr>
            </a:defPPr>
            <a:lvl1pPr algn="l">
              <a:defRPr sz="1125" b="1">
                <a:solidFill>
                  <a:srgbClr val="356DB5"/>
                </a:solidFill>
              </a:defRPr>
            </a:lvl1pPr>
            <a:lvl2pPr algn="l">
              <a:defRPr sz="1125" b="1">
                <a:solidFill>
                  <a:srgbClr val="356DB5"/>
                </a:solidFill>
              </a:defRPr>
            </a:lvl2pPr>
            <a:lvl3pPr algn="l">
              <a:defRPr sz="1125" b="1">
                <a:solidFill>
                  <a:srgbClr val="356DB5"/>
                </a:solidFill>
              </a:defRPr>
            </a:lvl3pPr>
            <a:lvl4pPr algn="l">
              <a:defRPr sz="1125" b="1">
                <a:solidFill>
                  <a:srgbClr val="356DB5"/>
                </a:solidFill>
              </a:defRPr>
            </a:lvl4pPr>
            <a:lvl5pPr algn="l">
              <a:defRPr sz="1125" b="1">
                <a:solidFill>
                  <a:srgbClr val="356DB5"/>
                </a:solidFill>
              </a:defRPr>
            </a:lvl5pPr>
            <a:lvl6pPr algn="l">
              <a:defRPr sz="1125" b="1">
                <a:solidFill>
                  <a:srgbClr val="356DB5"/>
                </a:solidFill>
              </a:defRPr>
            </a:lvl6pPr>
            <a:lvl7pPr algn="l">
              <a:defRPr sz="1125" b="1">
                <a:solidFill>
                  <a:srgbClr val="356DB5"/>
                </a:solidFill>
              </a:defRPr>
            </a:lvl7pPr>
            <a:lvl8pPr algn="l">
              <a:defRPr sz="1125" b="1">
                <a:solidFill>
                  <a:srgbClr val="356DB5"/>
                </a:solidFill>
              </a:defRPr>
            </a:lvl8pPr>
            <a:lvl9pPr algn="l">
              <a:defRPr sz="1125" b="1">
                <a:solidFill>
                  <a:srgbClr val="356DB5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356DB5"/>
                </a:solidFill>
              </a:defRPr>
            </a:pPr>
            <a:r>
              <a:rPr sz="1125" b="1">
                <a:solidFill>
                  <a:srgbClr val="356DB5"/>
                </a:solidFill>
              </a:rPr>
              <a:t>BV-1048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3ADCA4-72EA-458F-A90A-FEC3B3EB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7432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1">
                <a:solidFill>
                  <a:srgbClr val="101828"/>
                </a:solidFill>
              </a:defRPr>
            </a:defPPr>
            <a:lvl1pPr algn="l">
              <a:defRPr sz="1050" b="1">
                <a:solidFill>
                  <a:srgbClr val="101828"/>
                </a:solidFill>
              </a:defRPr>
            </a:lvl1pPr>
            <a:lvl2pPr algn="l">
              <a:defRPr sz="1050" b="1">
                <a:solidFill>
                  <a:srgbClr val="101828"/>
                </a:solidFill>
              </a:defRPr>
            </a:lvl2pPr>
            <a:lvl3pPr algn="l">
              <a:defRPr sz="1050" b="1">
                <a:solidFill>
                  <a:srgbClr val="101828"/>
                </a:solidFill>
              </a:defRPr>
            </a:lvl3pPr>
            <a:lvl4pPr algn="l">
              <a:defRPr sz="1050" b="1">
                <a:solidFill>
                  <a:srgbClr val="101828"/>
                </a:solidFill>
              </a:defRPr>
            </a:lvl4pPr>
            <a:lvl5pPr algn="l">
              <a:defRPr sz="1050" b="1">
                <a:solidFill>
                  <a:srgbClr val="101828"/>
                </a:solidFill>
              </a:defRPr>
            </a:lvl5pPr>
            <a:lvl6pPr algn="l">
              <a:defRPr sz="1050" b="1">
                <a:solidFill>
                  <a:srgbClr val="101828"/>
                </a:solidFill>
              </a:defRPr>
            </a:lvl6pPr>
            <a:lvl7pPr algn="l">
              <a:defRPr sz="1050" b="1">
                <a:solidFill>
                  <a:srgbClr val="101828"/>
                </a:solidFill>
              </a:defRPr>
            </a:lvl7pPr>
            <a:lvl8pPr algn="l">
              <a:defRPr sz="1050" b="1">
                <a:solidFill>
                  <a:srgbClr val="101828"/>
                </a:solidFill>
              </a:defRPr>
            </a:lvl8pPr>
            <a:lvl9pPr algn="l">
              <a:defRPr sz="1050" b="1">
                <a:solidFill>
                  <a:srgbClr val="101828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01828"/>
                </a:solidFill>
              </a:defRPr>
            </a:pPr>
            <a:r>
              <a:rPr sz="1050" b="1">
                <a:solidFill>
                  <a:srgbClr val="101828"/>
                </a:solidFill>
              </a:rPr>
              <a:t>Incidente · Pago sin pedido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3DDC0B-7B1D-4418-BB9C-47C885660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74320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0">
                <a:solidFill>
                  <a:srgbClr val="101828"/>
                </a:solidFill>
              </a:defRPr>
            </a:defPPr>
            <a:lvl1pPr algn="l">
              <a:defRPr sz="1050" b="0">
                <a:solidFill>
                  <a:srgbClr val="101828"/>
                </a:solidFill>
              </a:defRPr>
            </a:lvl1pPr>
            <a:lvl2pPr algn="l">
              <a:defRPr sz="1050" b="0">
                <a:solidFill>
                  <a:srgbClr val="101828"/>
                </a:solidFill>
              </a:defRPr>
            </a:lvl2pPr>
            <a:lvl3pPr algn="l">
              <a:defRPr sz="1050" b="0">
                <a:solidFill>
                  <a:srgbClr val="101828"/>
                </a:solidFill>
              </a:defRPr>
            </a:lvl3pPr>
            <a:lvl4pPr algn="l">
              <a:defRPr sz="1050" b="0">
                <a:solidFill>
                  <a:srgbClr val="101828"/>
                </a:solidFill>
              </a:defRPr>
            </a:lvl4pPr>
            <a:lvl5pPr algn="l">
              <a:defRPr sz="1050" b="0">
                <a:solidFill>
                  <a:srgbClr val="101828"/>
                </a:solidFill>
              </a:defRPr>
            </a:lvl5pPr>
            <a:lvl6pPr algn="l">
              <a:defRPr sz="1050" b="0">
                <a:solidFill>
                  <a:srgbClr val="101828"/>
                </a:solidFill>
              </a:defRPr>
            </a:lvl6pPr>
            <a:lvl7pPr algn="l">
              <a:defRPr sz="1050" b="0">
                <a:solidFill>
                  <a:srgbClr val="101828"/>
                </a:solidFill>
              </a:defRPr>
            </a:lvl7pPr>
            <a:lvl8pPr algn="l">
              <a:defRPr sz="1050" b="0">
                <a:solidFill>
                  <a:srgbClr val="101828"/>
                </a:solidFill>
              </a:defRPr>
            </a:lvl8pPr>
            <a:lvl9pPr algn="l">
              <a:defRPr sz="1050" b="0">
                <a:solidFill>
                  <a:srgbClr val="101828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Nébula Spirits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8E980C-C5F7-403D-A020-5B6E098D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05100"/>
            <a:ext cx="514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DE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F79878-1DF7-43F6-ACD8-5C7FC23FE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432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975" b="1">
                <a:solidFill>
                  <a:srgbClr val="CC5B56"/>
                </a:solidFill>
              </a:defRPr>
            </a:defPPr>
            <a:lvl1pPr algn="ctr">
              <a:defRPr sz="975" b="1">
                <a:solidFill>
                  <a:srgbClr val="CC5B56"/>
                </a:solidFill>
              </a:defRPr>
            </a:lvl1pPr>
            <a:lvl2pPr algn="ctr">
              <a:defRPr sz="975" b="1">
                <a:solidFill>
                  <a:srgbClr val="CC5B56"/>
                </a:solidFill>
              </a:defRPr>
            </a:lvl2pPr>
            <a:lvl3pPr algn="ctr">
              <a:defRPr sz="975" b="1">
                <a:solidFill>
                  <a:srgbClr val="CC5B56"/>
                </a:solidFill>
              </a:defRPr>
            </a:lvl3pPr>
            <a:lvl4pPr algn="ctr">
              <a:defRPr sz="975" b="1">
                <a:solidFill>
                  <a:srgbClr val="CC5B56"/>
                </a:solidFill>
              </a:defRPr>
            </a:lvl4pPr>
            <a:lvl5pPr algn="ctr">
              <a:defRPr sz="975" b="1">
                <a:solidFill>
                  <a:srgbClr val="CC5B56"/>
                </a:solidFill>
              </a:defRPr>
            </a:lvl5pPr>
            <a:lvl6pPr algn="ctr">
              <a:defRPr sz="975" b="1">
                <a:solidFill>
                  <a:srgbClr val="CC5B56"/>
                </a:solidFill>
              </a:defRPr>
            </a:lvl6pPr>
            <a:lvl7pPr algn="ctr">
              <a:defRPr sz="975" b="1">
                <a:solidFill>
                  <a:srgbClr val="CC5B56"/>
                </a:solidFill>
              </a:defRPr>
            </a:lvl7pPr>
            <a:lvl8pPr algn="ctr">
              <a:defRPr sz="975" b="1">
                <a:solidFill>
                  <a:srgbClr val="CC5B56"/>
                </a:solidFill>
              </a:defRPr>
            </a:lvl8pPr>
            <a:lvl9pPr algn="ctr">
              <a:defRPr sz="975" b="1">
                <a:solidFill>
                  <a:srgbClr val="CC5B56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CC5B56"/>
                </a:solidFill>
              </a:defRPr>
            </a:pPr>
            <a:r>
              <a:rPr sz="975" b="1">
                <a:solidFill>
                  <a:srgbClr val="CC5B56"/>
                </a:solidFill>
              </a:rPr>
              <a:t>P1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E0BFFD-4AB9-4F5C-A064-05867388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43200"/>
            <a:ext cx="1190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0">
                <a:solidFill>
                  <a:srgbClr val="101828"/>
                </a:solidFill>
              </a:defRPr>
            </a:defPPr>
            <a:lvl1pPr algn="l">
              <a:defRPr sz="1050" b="0">
                <a:solidFill>
                  <a:srgbClr val="101828"/>
                </a:solidFill>
              </a:defRPr>
            </a:lvl1pPr>
            <a:lvl2pPr algn="l">
              <a:defRPr sz="1050" b="0">
                <a:solidFill>
                  <a:srgbClr val="101828"/>
                </a:solidFill>
              </a:defRPr>
            </a:lvl2pPr>
            <a:lvl3pPr algn="l">
              <a:defRPr sz="1050" b="0">
                <a:solidFill>
                  <a:srgbClr val="101828"/>
                </a:solidFill>
              </a:defRPr>
            </a:lvl3pPr>
            <a:lvl4pPr algn="l">
              <a:defRPr sz="1050" b="0">
                <a:solidFill>
                  <a:srgbClr val="101828"/>
                </a:solidFill>
              </a:defRPr>
            </a:lvl4pPr>
            <a:lvl5pPr algn="l">
              <a:defRPr sz="1050" b="0">
                <a:solidFill>
                  <a:srgbClr val="101828"/>
                </a:solidFill>
              </a:defRPr>
            </a:lvl5pPr>
            <a:lvl6pPr algn="l">
              <a:defRPr sz="1050" b="0">
                <a:solidFill>
                  <a:srgbClr val="101828"/>
                </a:solidFill>
              </a:defRPr>
            </a:lvl6pPr>
            <a:lvl7pPr algn="l">
              <a:defRPr sz="1050" b="0">
                <a:solidFill>
                  <a:srgbClr val="101828"/>
                </a:solidFill>
              </a:defRPr>
            </a:lvl7pPr>
            <a:lvl8pPr algn="l">
              <a:defRPr sz="1050" b="0">
                <a:solidFill>
                  <a:srgbClr val="101828"/>
                </a:solidFill>
              </a:defRPr>
            </a:lvl8pPr>
            <a:lvl9pPr algn="l">
              <a:defRPr sz="1050" b="0">
                <a:solidFill>
                  <a:srgbClr val="101828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En progreso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F2CA60-7033-4920-A076-49424674E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4320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0">
                <a:solidFill>
                  <a:srgbClr val="101828"/>
                </a:solidFill>
              </a:defRPr>
            </a:defPPr>
            <a:lvl1pPr algn="l">
              <a:defRPr sz="1050" b="0">
                <a:solidFill>
                  <a:srgbClr val="101828"/>
                </a:solidFill>
              </a:defRPr>
            </a:lvl1pPr>
            <a:lvl2pPr algn="l">
              <a:defRPr sz="1050" b="0">
                <a:solidFill>
                  <a:srgbClr val="101828"/>
                </a:solidFill>
              </a:defRPr>
            </a:lvl2pPr>
            <a:lvl3pPr algn="l">
              <a:defRPr sz="1050" b="0">
                <a:solidFill>
                  <a:srgbClr val="101828"/>
                </a:solidFill>
              </a:defRPr>
            </a:lvl3pPr>
            <a:lvl4pPr algn="l">
              <a:defRPr sz="1050" b="0">
                <a:solidFill>
                  <a:srgbClr val="101828"/>
                </a:solidFill>
              </a:defRPr>
            </a:lvl4pPr>
            <a:lvl5pPr algn="l">
              <a:defRPr sz="1050" b="0">
                <a:solidFill>
                  <a:srgbClr val="101828"/>
                </a:solidFill>
              </a:defRPr>
            </a:lvl5pPr>
            <a:lvl6pPr algn="l">
              <a:defRPr sz="1050" b="0">
                <a:solidFill>
                  <a:srgbClr val="101828"/>
                </a:solidFill>
              </a:defRPr>
            </a:lvl6pPr>
            <a:lvl7pPr algn="l">
              <a:defRPr sz="1050" b="0">
                <a:solidFill>
                  <a:srgbClr val="101828"/>
                </a:solidFill>
              </a:defRPr>
            </a:lvl7pPr>
            <a:lvl8pPr algn="l">
              <a:defRPr sz="1050" b="0">
                <a:solidFill>
                  <a:srgbClr val="101828"/>
                </a:solidFill>
              </a:defRPr>
            </a:lvl8pPr>
            <a:lvl9pPr algn="l">
              <a:defRPr sz="1050" b="0">
                <a:solidFill>
                  <a:srgbClr val="101828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Customer Service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DB9DD6-57FF-4112-A664-691D5373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48025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539DEE-357A-40A0-9A2E-2BC1765D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62325"/>
            <a:ext cx="107442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D5FB88-393E-4752-BEBD-74591F8E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99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356DB5"/>
                </a:solidFill>
              </a:defRPr>
            </a:defPPr>
            <a:lvl1pPr algn="l">
              <a:defRPr sz="1125" b="1">
                <a:solidFill>
                  <a:srgbClr val="356DB5"/>
                </a:solidFill>
              </a:defRPr>
            </a:lvl1pPr>
            <a:lvl2pPr algn="l">
              <a:defRPr sz="1125" b="1">
                <a:solidFill>
                  <a:srgbClr val="356DB5"/>
                </a:solidFill>
              </a:defRPr>
            </a:lvl2pPr>
            <a:lvl3pPr algn="l">
              <a:defRPr sz="1125" b="1">
                <a:solidFill>
                  <a:srgbClr val="356DB5"/>
                </a:solidFill>
              </a:defRPr>
            </a:lvl3pPr>
            <a:lvl4pPr algn="l">
              <a:defRPr sz="1125" b="1">
                <a:solidFill>
                  <a:srgbClr val="356DB5"/>
                </a:solidFill>
              </a:defRPr>
            </a:lvl4pPr>
            <a:lvl5pPr algn="l">
              <a:defRPr sz="1125" b="1">
                <a:solidFill>
                  <a:srgbClr val="356DB5"/>
                </a:solidFill>
              </a:defRPr>
            </a:lvl5pPr>
            <a:lvl6pPr algn="l">
              <a:defRPr sz="1125" b="1">
                <a:solidFill>
                  <a:srgbClr val="356DB5"/>
                </a:solidFill>
              </a:defRPr>
            </a:lvl6pPr>
            <a:lvl7pPr algn="l">
              <a:defRPr sz="1125" b="1">
                <a:solidFill>
                  <a:srgbClr val="356DB5"/>
                </a:solidFill>
              </a:defRPr>
            </a:lvl7pPr>
            <a:lvl8pPr algn="l">
              <a:defRPr sz="1125" b="1">
                <a:solidFill>
                  <a:srgbClr val="356DB5"/>
                </a:solidFill>
              </a:defRPr>
            </a:lvl8pPr>
            <a:lvl9pPr algn="l">
              <a:defRPr sz="1125" b="1">
                <a:solidFill>
                  <a:srgbClr val="356DB5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356DB5"/>
                </a:solidFill>
              </a:defRPr>
            </a:pPr>
            <a:r>
              <a:rPr sz="1125" b="1">
                <a:solidFill>
                  <a:srgbClr val="356DB5"/>
                </a:solidFill>
              </a:rPr>
              <a:t>BV-1047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97D9F6-143A-4136-8E12-B865C4914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4099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1">
                <a:solidFill>
                  <a:srgbClr val="101828"/>
                </a:solidFill>
              </a:defRPr>
            </a:defPPr>
            <a:lvl1pPr algn="l">
              <a:defRPr sz="1050" b="1">
                <a:solidFill>
                  <a:srgbClr val="101828"/>
                </a:solidFill>
              </a:defRPr>
            </a:lvl1pPr>
            <a:lvl2pPr algn="l">
              <a:defRPr sz="1050" b="1">
                <a:solidFill>
                  <a:srgbClr val="101828"/>
                </a:solidFill>
              </a:defRPr>
            </a:lvl2pPr>
            <a:lvl3pPr algn="l">
              <a:defRPr sz="1050" b="1">
                <a:solidFill>
                  <a:srgbClr val="101828"/>
                </a:solidFill>
              </a:defRPr>
            </a:lvl3pPr>
            <a:lvl4pPr algn="l">
              <a:defRPr sz="1050" b="1">
                <a:solidFill>
                  <a:srgbClr val="101828"/>
                </a:solidFill>
              </a:defRPr>
            </a:lvl4pPr>
            <a:lvl5pPr algn="l">
              <a:defRPr sz="1050" b="1">
                <a:solidFill>
                  <a:srgbClr val="101828"/>
                </a:solidFill>
              </a:defRPr>
            </a:lvl5pPr>
            <a:lvl6pPr algn="l">
              <a:defRPr sz="1050" b="1">
                <a:solidFill>
                  <a:srgbClr val="101828"/>
                </a:solidFill>
              </a:defRPr>
            </a:lvl6pPr>
            <a:lvl7pPr algn="l">
              <a:defRPr sz="1050" b="1">
                <a:solidFill>
                  <a:srgbClr val="101828"/>
                </a:solidFill>
              </a:defRPr>
            </a:lvl7pPr>
            <a:lvl8pPr algn="l">
              <a:defRPr sz="1050" b="1">
                <a:solidFill>
                  <a:srgbClr val="101828"/>
                </a:solidFill>
              </a:defRPr>
            </a:lvl8pPr>
            <a:lvl9pPr algn="l">
              <a:defRPr sz="1050" b="1">
                <a:solidFill>
                  <a:srgbClr val="101828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01828"/>
                </a:solidFill>
              </a:defRPr>
            </a:pPr>
            <a:r>
              <a:rPr sz="1050" b="1">
                <a:solidFill>
                  <a:srgbClr val="101828"/>
                </a:solidFill>
              </a:rPr>
              <a:t>Incidente · Pedido no procesado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779745-A602-47D5-9F58-00602A434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40995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0">
                <a:solidFill>
                  <a:srgbClr val="101828"/>
                </a:solidFill>
              </a:defRPr>
            </a:defPPr>
            <a:lvl1pPr algn="l">
              <a:defRPr sz="1050" b="0">
                <a:solidFill>
                  <a:srgbClr val="101828"/>
                </a:solidFill>
              </a:defRPr>
            </a:lvl1pPr>
            <a:lvl2pPr algn="l">
              <a:defRPr sz="1050" b="0">
                <a:solidFill>
                  <a:srgbClr val="101828"/>
                </a:solidFill>
              </a:defRPr>
            </a:lvl2pPr>
            <a:lvl3pPr algn="l">
              <a:defRPr sz="1050" b="0">
                <a:solidFill>
                  <a:srgbClr val="101828"/>
                </a:solidFill>
              </a:defRPr>
            </a:lvl3pPr>
            <a:lvl4pPr algn="l">
              <a:defRPr sz="1050" b="0">
                <a:solidFill>
                  <a:srgbClr val="101828"/>
                </a:solidFill>
              </a:defRPr>
            </a:lvl4pPr>
            <a:lvl5pPr algn="l">
              <a:defRPr sz="1050" b="0">
                <a:solidFill>
                  <a:srgbClr val="101828"/>
                </a:solidFill>
              </a:defRPr>
            </a:lvl5pPr>
            <a:lvl6pPr algn="l">
              <a:defRPr sz="1050" b="0">
                <a:solidFill>
                  <a:srgbClr val="101828"/>
                </a:solidFill>
              </a:defRPr>
            </a:lvl6pPr>
            <a:lvl7pPr algn="l">
              <a:defRPr sz="1050" b="0">
                <a:solidFill>
                  <a:srgbClr val="101828"/>
                </a:solidFill>
              </a:defRPr>
            </a:lvl7pPr>
            <a:lvl8pPr algn="l">
              <a:defRPr sz="1050" b="0">
                <a:solidFill>
                  <a:srgbClr val="101828"/>
                </a:solidFill>
              </a:defRPr>
            </a:lvl8pPr>
            <a:lvl9pPr algn="l">
              <a:defRPr sz="1050" b="0">
                <a:solidFill>
                  <a:srgbClr val="101828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Casa Nómada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D43335-57AB-4D11-8D17-94F82C116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371850"/>
            <a:ext cx="514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DE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12832E-800C-41CF-B5A7-32D09FA53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4099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975" b="1">
                <a:solidFill>
                  <a:srgbClr val="CC5B56"/>
                </a:solidFill>
              </a:defRPr>
            </a:defPPr>
            <a:lvl1pPr algn="ctr">
              <a:defRPr sz="975" b="1">
                <a:solidFill>
                  <a:srgbClr val="CC5B56"/>
                </a:solidFill>
              </a:defRPr>
            </a:lvl1pPr>
            <a:lvl2pPr algn="ctr">
              <a:defRPr sz="975" b="1">
                <a:solidFill>
                  <a:srgbClr val="CC5B56"/>
                </a:solidFill>
              </a:defRPr>
            </a:lvl2pPr>
            <a:lvl3pPr algn="ctr">
              <a:defRPr sz="975" b="1">
                <a:solidFill>
                  <a:srgbClr val="CC5B56"/>
                </a:solidFill>
              </a:defRPr>
            </a:lvl3pPr>
            <a:lvl4pPr algn="ctr">
              <a:defRPr sz="975" b="1">
                <a:solidFill>
                  <a:srgbClr val="CC5B56"/>
                </a:solidFill>
              </a:defRPr>
            </a:lvl4pPr>
            <a:lvl5pPr algn="ctr">
              <a:defRPr sz="975" b="1">
                <a:solidFill>
                  <a:srgbClr val="CC5B56"/>
                </a:solidFill>
              </a:defRPr>
            </a:lvl5pPr>
            <a:lvl6pPr algn="ctr">
              <a:defRPr sz="975" b="1">
                <a:solidFill>
                  <a:srgbClr val="CC5B56"/>
                </a:solidFill>
              </a:defRPr>
            </a:lvl6pPr>
            <a:lvl7pPr algn="ctr">
              <a:defRPr sz="975" b="1">
                <a:solidFill>
                  <a:srgbClr val="CC5B56"/>
                </a:solidFill>
              </a:defRPr>
            </a:lvl7pPr>
            <a:lvl8pPr algn="ctr">
              <a:defRPr sz="975" b="1">
                <a:solidFill>
                  <a:srgbClr val="CC5B56"/>
                </a:solidFill>
              </a:defRPr>
            </a:lvl8pPr>
            <a:lvl9pPr algn="ctr">
              <a:defRPr sz="975" b="1">
                <a:solidFill>
                  <a:srgbClr val="CC5B56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CC5B56"/>
                </a:solidFill>
              </a:defRPr>
            </a:pPr>
            <a:r>
              <a:rPr sz="975" b="1">
                <a:solidFill>
                  <a:srgbClr val="CC5B56"/>
                </a:solidFill>
              </a:rPr>
              <a:t>P1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C20117-53DF-4039-9284-F7B7FED8A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09950"/>
            <a:ext cx="1190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0">
                <a:solidFill>
                  <a:srgbClr val="101828"/>
                </a:solidFill>
              </a:defRPr>
            </a:defPPr>
            <a:lvl1pPr algn="l">
              <a:defRPr sz="1050" b="0">
                <a:solidFill>
                  <a:srgbClr val="101828"/>
                </a:solidFill>
              </a:defRPr>
            </a:lvl1pPr>
            <a:lvl2pPr algn="l">
              <a:defRPr sz="1050" b="0">
                <a:solidFill>
                  <a:srgbClr val="101828"/>
                </a:solidFill>
              </a:defRPr>
            </a:lvl2pPr>
            <a:lvl3pPr algn="l">
              <a:defRPr sz="1050" b="0">
                <a:solidFill>
                  <a:srgbClr val="101828"/>
                </a:solidFill>
              </a:defRPr>
            </a:lvl3pPr>
            <a:lvl4pPr algn="l">
              <a:defRPr sz="1050" b="0">
                <a:solidFill>
                  <a:srgbClr val="101828"/>
                </a:solidFill>
              </a:defRPr>
            </a:lvl4pPr>
            <a:lvl5pPr algn="l">
              <a:defRPr sz="1050" b="0">
                <a:solidFill>
                  <a:srgbClr val="101828"/>
                </a:solidFill>
              </a:defRPr>
            </a:lvl5pPr>
            <a:lvl6pPr algn="l">
              <a:defRPr sz="1050" b="0">
                <a:solidFill>
                  <a:srgbClr val="101828"/>
                </a:solidFill>
              </a:defRPr>
            </a:lvl6pPr>
            <a:lvl7pPr algn="l">
              <a:defRPr sz="1050" b="0">
                <a:solidFill>
                  <a:srgbClr val="101828"/>
                </a:solidFill>
              </a:defRPr>
            </a:lvl7pPr>
            <a:lvl8pPr algn="l">
              <a:defRPr sz="1050" b="0">
                <a:solidFill>
                  <a:srgbClr val="101828"/>
                </a:solidFill>
              </a:defRPr>
            </a:lvl8pPr>
            <a:lvl9pPr algn="l">
              <a:defRPr sz="1050" b="0">
                <a:solidFill>
                  <a:srgbClr val="101828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Escalado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AC7F1C-715D-4972-9B8B-9923A994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0995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0">
                <a:solidFill>
                  <a:srgbClr val="101828"/>
                </a:solidFill>
              </a:defRPr>
            </a:defPPr>
            <a:lvl1pPr algn="l">
              <a:defRPr sz="1050" b="0">
                <a:solidFill>
                  <a:srgbClr val="101828"/>
                </a:solidFill>
              </a:defRPr>
            </a:lvl1pPr>
            <a:lvl2pPr algn="l">
              <a:defRPr sz="1050" b="0">
                <a:solidFill>
                  <a:srgbClr val="101828"/>
                </a:solidFill>
              </a:defRPr>
            </a:lvl2pPr>
            <a:lvl3pPr algn="l">
              <a:defRPr sz="1050" b="0">
                <a:solidFill>
                  <a:srgbClr val="101828"/>
                </a:solidFill>
              </a:defRPr>
            </a:lvl3pPr>
            <a:lvl4pPr algn="l">
              <a:defRPr sz="1050" b="0">
                <a:solidFill>
                  <a:srgbClr val="101828"/>
                </a:solidFill>
              </a:defRPr>
            </a:lvl4pPr>
            <a:lvl5pPr algn="l">
              <a:defRPr sz="1050" b="0">
                <a:solidFill>
                  <a:srgbClr val="101828"/>
                </a:solidFill>
              </a:defRPr>
            </a:lvl5pPr>
            <a:lvl6pPr algn="l">
              <a:defRPr sz="1050" b="0">
                <a:solidFill>
                  <a:srgbClr val="101828"/>
                </a:solidFill>
              </a:defRPr>
            </a:lvl6pPr>
            <a:lvl7pPr algn="l">
              <a:defRPr sz="1050" b="0">
                <a:solidFill>
                  <a:srgbClr val="101828"/>
                </a:solidFill>
              </a:defRPr>
            </a:lvl7pPr>
            <a:lvl8pPr algn="l">
              <a:defRPr sz="1050" b="0">
                <a:solidFill>
                  <a:srgbClr val="101828"/>
                </a:solidFill>
              </a:defRPr>
            </a:lvl8pPr>
            <a:lvl9pPr algn="l">
              <a:defRPr sz="1050" b="0">
                <a:solidFill>
                  <a:srgbClr val="101828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Team de Tech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BEFE87-0673-4029-9BFF-1037177F2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14775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2B33A9-C4EF-412E-98D7-5F9C6F3B5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767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356DB5"/>
                </a:solidFill>
              </a:defRPr>
            </a:defPPr>
            <a:lvl1pPr algn="l">
              <a:defRPr sz="1125" b="1">
                <a:solidFill>
                  <a:srgbClr val="356DB5"/>
                </a:solidFill>
              </a:defRPr>
            </a:lvl1pPr>
            <a:lvl2pPr algn="l">
              <a:defRPr sz="1125" b="1">
                <a:solidFill>
                  <a:srgbClr val="356DB5"/>
                </a:solidFill>
              </a:defRPr>
            </a:lvl2pPr>
            <a:lvl3pPr algn="l">
              <a:defRPr sz="1125" b="1">
                <a:solidFill>
                  <a:srgbClr val="356DB5"/>
                </a:solidFill>
              </a:defRPr>
            </a:lvl3pPr>
            <a:lvl4pPr algn="l">
              <a:defRPr sz="1125" b="1">
                <a:solidFill>
                  <a:srgbClr val="356DB5"/>
                </a:solidFill>
              </a:defRPr>
            </a:lvl4pPr>
            <a:lvl5pPr algn="l">
              <a:defRPr sz="1125" b="1">
                <a:solidFill>
                  <a:srgbClr val="356DB5"/>
                </a:solidFill>
              </a:defRPr>
            </a:lvl5pPr>
            <a:lvl6pPr algn="l">
              <a:defRPr sz="1125" b="1">
                <a:solidFill>
                  <a:srgbClr val="356DB5"/>
                </a:solidFill>
              </a:defRPr>
            </a:lvl6pPr>
            <a:lvl7pPr algn="l">
              <a:defRPr sz="1125" b="1">
                <a:solidFill>
                  <a:srgbClr val="356DB5"/>
                </a:solidFill>
              </a:defRPr>
            </a:lvl7pPr>
            <a:lvl8pPr algn="l">
              <a:defRPr sz="1125" b="1">
                <a:solidFill>
                  <a:srgbClr val="356DB5"/>
                </a:solidFill>
              </a:defRPr>
            </a:lvl8pPr>
            <a:lvl9pPr algn="l">
              <a:defRPr sz="1125" b="1">
                <a:solidFill>
                  <a:srgbClr val="356DB5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356DB5"/>
                </a:solidFill>
              </a:defRPr>
            </a:pPr>
            <a:r>
              <a:rPr sz="1125" b="1">
                <a:solidFill>
                  <a:srgbClr val="356DB5"/>
                </a:solidFill>
              </a:rPr>
              <a:t>BV-1045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68C213-9FBF-4CCC-A7A9-865FF764A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0767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1">
                <a:solidFill>
                  <a:srgbClr val="101828"/>
                </a:solidFill>
              </a:defRPr>
            </a:defPPr>
            <a:lvl1pPr algn="l">
              <a:defRPr sz="1050" b="1">
                <a:solidFill>
                  <a:srgbClr val="101828"/>
                </a:solidFill>
              </a:defRPr>
            </a:lvl1pPr>
            <a:lvl2pPr algn="l">
              <a:defRPr sz="1050" b="1">
                <a:solidFill>
                  <a:srgbClr val="101828"/>
                </a:solidFill>
              </a:defRPr>
            </a:lvl2pPr>
            <a:lvl3pPr algn="l">
              <a:defRPr sz="1050" b="1">
                <a:solidFill>
                  <a:srgbClr val="101828"/>
                </a:solidFill>
              </a:defRPr>
            </a:lvl3pPr>
            <a:lvl4pPr algn="l">
              <a:defRPr sz="1050" b="1">
                <a:solidFill>
                  <a:srgbClr val="101828"/>
                </a:solidFill>
              </a:defRPr>
            </a:lvl4pPr>
            <a:lvl5pPr algn="l">
              <a:defRPr sz="1050" b="1">
                <a:solidFill>
                  <a:srgbClr val="101828"/>
                </a:solidFill>
              </a:defRPr>
            </a:lvl5pPr>
            <a:lvl6pPr algn="l">
              <a:defRPr sz="1050" b="1">
                <a:solidFill>
                  <a:srgbClr val="101828"/>
                </a:solidFill>
              </a:defRPr>
            </a:lvl6pPr>
            <a:lvl7pPr algn="l">
              <a:defRPr sz="1050" b="1">
                <a:solidFill>
                  <a:srgbClr val="101828"/>
                </a:solidFill>
              </a:defRPr>
            </a:lvl7pPr>
            <a:lvl8pPr algn="l">
              <a:defRPr sz="1050" b="1">
                <a:solidFill>
                  <a:srgbClr val="101828"/>
                </a:solidFill>
              </a:defRPr>
            </a:lvl8pPr>
            <a:lvl9pPr algn="l">
              <a:defRPr sz="1050" b="1">
                <a:solidFill>
                  <a:srgbClr val="101828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01828"/>
                </a:solidFill>
              </a:defRPr>
            </a:pPr>
            <a:r>
              <a:rPr sz="1050" b="1">
                <a:solidFill>
                  <a:srgbClr val="101828"/>
                </a:solidFill>
              </a:rPr>
              <a:t>Incidente · Inventario incorrecto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08C8AA-F8EB-4538-BAC6-1FAB90656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07670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0">
                <a:solidFill>
                  <a:srgbClr val="101828"/>
                </a:solidFill>
              </a:defRPr>
            </a:defPPr>
            <a:lvl1pPr algn="l">
              <a:defRPr sz="1050" b="0">
                <a:solidFill>
                  <a:srgbClr val="101828"/>
                </a:solidFill>
              </a:defRPr>
            </a:lvl1pPr>
            <a:lvl2pPr algn="l">
              <a:defRPr sz="1050" b="0">
                <a:solidFill>
                  <a:srgbClr val="101828"/>
                </a:solidFill>
              </a:defRPr>
            </a:lvl2pPr>
            <a:lvl3pPr algn="l">
              <a:defRPr sz="1050" b="0">
                <a:solidFill>
                  <a:srgbClr val="101828"/>
                </a:solidFill>
              </a:defRPr>
            </a:lvl3pPr>
            <a:lvl4pPr algn="l">
              <a:defRPr sz="1050" b="0">
                <a:solidFill>
                  <a:srgbClr val="101828"/>
                </a:solidFill>
              </a:defRPr>
            </a:lvl4pPr>
            <a:lvl5pPr algn="l">
              <a:defRPr sz="1050" b="0">
                <a:solidFill>
                  <a:srgbClr val="101828"/>
                </a:solidFill>
              </a:defRPr>
            </a:lvl5pPr>
            <a:lvl6pPr algn="l">
              <a:defRPr sz="1050" b="0">
                <a:solidFill>
                  <a:srgbClr val="101828"/>
                </a:solidFill>
              </a:defRPr>
            </a:lvl6pPr>
            <a:lvl7pPr algn="l">
              <a:defRPr sz="1050" b="0">
                <a:solidFill>
                  <a:srgbClr val="101828"/>
                </a:solidFill>
              </a:defRPr>
            </a:lvl7pPr>
            <a:lvl8pPr algn="l">
              <a:defRPr sz="1050" b="0">
                <a:solidFill>
                  <a:srgbClr val="101828"/>
                </a:solidFill>
              </a:defRPr>
            </a:lvl8pPr>
            <a:lvl9pPr algn="l">
              <a:defRPr sz="1050" b="0">
                <a:solidFill>
                  <a:srgbClr val="101828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Nébula Spirits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8121AB-EC34-4B6C-BBA7-9564B2EDC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38600"/>
            <a:ext cx="514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DE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8F7CD2-03E7-4BCD-B5AE-23383174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767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975" b="1">
                <a:solidFill>
                  <a:srgbClr val="CC5B56"/>
                </a:solidFill>
              </a:defRPr>
            </a:defPPr>
            <a:lvl1pPr algn="ctr">
              <a:defRPr sz="975" b="1">
                <a:solidFill>
                  <a:srgbClr val="CC5B56"/>
                </a:solidFill>
              </a:defRPr>
            </a:lvl1pPr>
            <a:lvl2pPr algn="ctr">
              <a:defRPr sz="975" b="1">
                <a:solidFill>
                  <a:srgbClr val="CC5B56"/>
                </a:solidFill>
              </a:defRPr>
            </a:lvl2pPr>
            <a:lvl3pPr algn="ctr">
              <a:defRPr sz="975" b="1">
                <a:solidFill>
                  <a:srgbClr val="CC5B56"/>
                </a:solidFill>
              </a:defRPr>
            </a:lvl3pPr>
            <a:lvl4pPr algn="ctr">
              <a:defRPr sz="975" b="1">
                <a:solidFill>
                  <a:srgbClr val="CC5B56"/>
                </a:solidFill>
              </a:defRPr>
            </a:lvl4pPr>
            <a:lvl5pPr algn="ctr">
              <a:defRPr sz="975" b="1">
                <a:solidFill>
                  <a:srgbClr val="CC5B56"/>
                </a:solidFill>
              </a:defRPr>
            </a:lvl5pPr>
            <a:lvl6pPr algn="ctr">
              <a:defRPr sz="975" b="1">
                <a:solidFill>
                  <a:srgbClr val="CC5B56"/>
                </a:solidFill>
              </a:defRPr>
            </a:lvl6pPr>
            <a:lvl7pPr algn="ctr">
              <a:defRPr sz="975" b="1">
                <a:solidFill>
                  <a:srgbClr val="CC5B56"/>
                </a:solidFill>
              </a:defRPr>
            </a:lvl7pPr>
            <a:lvl8pPr algn="ctr">
              <a:defRPr sz="975" b="1">
                <a:solidFill>
                  <a:srgbClr val="CC5B56"/>
                </a:solidFill>
              </a:defRPr>
            </a:lvl8pPr>
            <a:lvl9pPr algn="ctr">
              <a:defRPr sz="975" b="1">
                <a:solidFill>
                  <a:srgbClr val="CC5B56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CC5B56"/>
                </a:solidFill>
              </a:defRPr>
            </a:pPr>
            <a:r>
              <a:rPr sz="975" b="1">
                <a:solidFill>
                  <a:srgbClr val="CC5B56"/>
                </a:solidFill>
              </a:rPr>
              <a:t>P1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E4DFF41-4988-461A-A48D-14FDEA5F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76700"/>
            <a:ext cx="1190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0">
                <a:solidFill>
                  <a:srgbClr val="101828"/>
                </a:solidFill>
              </a:defRPr>
            </a:defPPr>
            <a:lvl1pPr algn="l">
              <a:defRPr sz="1050" b="0">
                <a:solidFill>
                  <a:srgbClr val="101828"/>
                </a:solidFill>
              </a:defRPr>
            </a:lvl1pPr>
            <a:lvl2pPr algn="l">
              <a:defRPr sz="1050" b="0">
                <a:solidFill>
                  <a:srgbClr val="101828"/>
                </a:solidFill>
              </a:defRPr>
            </a:lvl2pPr>
            <a:lvl3pPr algn="l">
              <a:defRPr sz="1050" b="0">
                <a:solidFill>
                  <a:srgbClr val="101828"/>
                </a:solidFill>
              </a:defRPr>
            </a:lvl3pPr>
            <a:lvl4pPr algn="l">
              <a:defRPr sz="1050" b="0">
                <a:solidFill>
                  <a:srgbClr val="101828"/>
                </a:solidFill>
              </a:defRPr>
            </a:lvl4pPr>
            <a:lvl5pPr algn="l">
              <a:defRPr sz="1050" b="0">
                <a:solidFill>
                  <a:srgbClr val="101828"/>
                </a:solidFill>
              </a:defRPr>
            </a:lvl5pPr>
            <a:lvl6pPr algn="l">
              <a:defRPr sz="1050" b="0">
                <a:solidFill>
                  <a:srgbClr val="101828"/>
                </a:solidFill>
              </a:defRPr>
            </a:lvl6pPr>
            <a:lvl7pPr algn="l">
              <a:defRPr sz="1050" b="0">
                <a:solidFill>
                  <a:srgbClr val="101828"/>
                </a:solidFill>
              </a:defRPr>
            </a:lvl7pPr>
            <a:lvl8pPr algn="l">
              <a:defRPr sz="1050" b="0">
                <a:solidFill>
                  <a:srgbClr val="101828"/>
                </a:solidFill>
              </a:defRPr>
            </a:lvl8pPr>
            <a:lvl9pPr algn="l">
              <a:defRPr sz="1050" b="0">
                <a:solidFill>
                  <a:srgbClr val="101828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En espera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9B29833-0EFF-47F3-B0D4-36565486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7670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0">
                <a:solidFill>
                  <a:srgbClr val="101828"/>
                </a:solidFill>
              </a:defRPr>
            </a:defPPr>
            <a:lvl1pPr algn="l">
              <a:defRPr sz="1050" b="0">
                <a:solidFill>
                  <a:srgbClr val="101828"/>
                </a:solidFill>
              </a:defRPr>
            </a:lvl1pPr>
            <a:lvl2pPr algn="l">
              <a:defRPr sz="1050" b="0">
                <a:solidFill>
                  <a:srgbClr val="101828"/>
                </a:solidFill>
              </a:defRPr>
            </a:lvl2pPr>
            <a:lvl3pPr algn="l">
              <a:defRPr sz="1050" b="0">
                <a:solidFill>
                  <a:srgbClr val="101828"/>
                </a:solidFill>
              </a:defRPr>
            </a:lvl3pPr>
            <a:lvl4pPr algn="l">
              <a:defRPr sz="1050" b="0">
                <a:solidFill>
                  <a:srgbClr val="101828"/>
                </a:solidFill>
              </a:defRPr>
            </a:lvl4pPr>
            <a:lvl5pPr algn="l">
              <a:defRPr sz="1050" b="0">
                <a:solidFill>
                  <a:srgbClr val="101828"/>
                </a:solidFill>
              </a:defRPr>
            </a:lvl5pPr>
            <a:lvl6pPr algn="l">
              <a:defRPr sz="1050" b="0">
                <a:solidFill>
                  <a:srgbClr val="101828"/>
                </a:solidFill>
              </a:defRPr>
            </a:lvl6pPr>
            <a:lvl7pPr algn="l">
              <a:defRPr sz="1050" b="0">
                <a:solidFill>
                  <a:srgbClr val="101828"/>
                </a:solidFill>
              </a:defRPr>
            </a:lvl7pPr>
            <a:lvl8pPr algn="l">
              <a:defRPr sz="1050" b="0">
                <a:solidFill>
                  <a:srgbClr val="101828"/>
                </a:solidFill>
              </a:defRPr>
            </a:lvl8pPr>
            <a:lvl9pPr algn="l">
              <a:defRPr sz="1050" b="0">
                <a:solidFill>
                  <a:srgbClr val="101828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Team de Tech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DF6DB47-2669-42D0-803B-A03B8362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81525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84D145E-0E15-4743-9833-7AFA00C5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95825"/>
            <a:ext cx="107442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0F8CB03-C25F-46D1-AECE-806BE7979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434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356DB5"/>
                </a:solidFill>
              </a:defRPr>
            </a:defPPr>
            <a:lvl1pPr algn="l">
              <a:defRPr sz="1125" b="1">
                <a:solidFill>
                  <a:srgbClr val="356DB5"/>
                </a:solidFill>
              </a:defRPr>
            </a:lvl1pPr>
            <a:lvl2pPr algn="l">
              <a:defRPr sz="1125" b="1">
                <a:solidFill>
                  <a:srgbClr val="356DB5"/>
                </a:solidFill>
              </a:defRPr>
            </a:lvl2pPr>
            <a:lvl3pPr algn="l">
              <a:defRPr sz="1125" b="1">
                <a:solidFill>
                  <a:srgbClr val="356DB5"/>
                </a:solidFill>
              </a:defRPr>
            </a:lvl3pPr>
            <a:lvl4pPr algn="l">
              <a:defRPr sz="1125" b="1">
                <a:solidFill>
                  <a:srgbClr val="356DB5"/>
                </a:solidFill>
              </a:defRPr>
            </a:lvl4pPr>
            <a:lvl5pPr algn="l">
              <a:defRPr sz="1125" b="1">
                <a:solidFill>
                  <a:srgbClr val="356DB5"/>
                </a:solidFill>
              </a:defRPr>
            </a:lvl5pPr>
            <a:lvl6pPr algn="l">
              <a:defRPr sz="1125" b="1">
                <a:solidFill>
                  <a:srgbClr val="356DB5"/>
                </a:solidFill>
              </a:defRPr>
            </a:lvl6pPr>
            <a:lvl7pPr algn="l">
              <a:defRPr sz="1125" b="1">
                <a:solidFill>
                  <a:srgbClr val="356DB5"/>
                </a:solidFill>
              </a:defRPr>
            </a:lvl7pPr>
            <a:lvl8pPr algn="l">
              <a:defRPr sz="1125" b="1">
                <a:solidFill>
                  <a:srgbClr val="356DB5"/>
                </a:solidFill>
              </a:defRPr>
            </a:lvl8pPr>
            <a:lvl9pPr algn="l">
              <a:defRPr sz="1125" b="1">
                <a:solidFill>
                  <a:srgbClr val="356DB5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356DB5"/>
                </a:solidFill>
              </a:defRPr>
            </a:pPr>
            <a:r>
              <a:rPr sz="1125" b="1">
                <a:solidFill>
                  <a:srgbClr val="356DB5"/>
                </a:solidFill>
              </a:rPr>
              <a:t>BV-1046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2FE6917-35AA-4A68-A1A7-E6BF6868D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7434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0">
                <a:solidFill>
                  <a:srgbClr val="101828"/>
                </a:solidFill>
              </a:defRPr>
            </a:defPPr>
            <a:lvl1pPr algn="l">
              <a:defRPr sz="1050" b="0">
                <a:solidFill>
                  <a:srgbClr val="101828"/>
                </a:solidFill>
              </a:defRPr>
            </a:lvl1pPr>
            <a:lvl2pPr algn="l">
              <a:defRPr sz="1050" b="0">
                <a:solidFill>
                  <a:srgbClr val="101828"/>
                </a:solidFill>
              </a:defRPr>
            </a:lvl2pPr>
            <a:lvl3pPr algn="l">
              <a:defRPr sz="1050" b="0">
                <a:solidFill>
                  <a:srgbClr val="101828"/>
                </a:solidFill>
              </a:defRPr>
            </a:lvl3pPr>
            <a:lvl4pPr algn="l">
              <a:defRPr sz="1050" b="0">
                <a:solidFill>
                  <a:srgbClr val="101828"/>
                </a:solidFill>
              </a:defRPr>
            </a:lvl4pPr>
            <a:lvl5pPr algn="l">
              <a:defRPr sz="1050" b="0">
                <a:solidFill>
                  <a:srgbClr val="101828"/>
                </a:solidFill>
              </a:defRPr>
            </a:lvl5pPr>
            <a:lvl6pPr algn="l">
              <a:defRPr sz="1050" b="0">
                <a:solidFill>
                  <a:srgbClr val="101828"/>
                </a:solidFill>
              </a:defRPr>
            </a:lvl6pPr>
            <a:lvl7pPr algn="l">
              <a:defRPr sz="1050" b="0">
                <a:solidFill>
                  <a:srgbClr val="101828"/>
                </a:solidFill>
              </a:defRPr>
            </a:lvl7pPr>
            <a:lvl8pPr algn="l">
              <a:defRPr sz="1050" b="0">
                <a:solidFill>
                  <a:srgbClr val="101828"/>
                </a:solidFill>
              </a:defRPr>
            </a:lvl8pPr>
            <a:lvl9pPr algn="l">
              <a:defRPr sz="1050" b="0">
                <a:solidFill>
                  <a:srgbClr val="101828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Solicitud · Reglas de envío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4D0D69B-E0F9-4DFE-8216-FCAC8D907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74345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0">
                <a:solidFill>
                  <a:srgbClr val="101828"/>
                </a:solidFill>
              </a:defRPr>
            </a:defPPr>
            <a:lvl1pPr algn="l">
              <a:defRPr sz="1050" b="0">
                <a:solidFill>
                  <a:srgbClr val="101828"/>
                </a:solidFill>
              </a:defRPr>
            </a:lvl1pPr>
            <a:lvl2pPr algn="l">
              <a:defRPr sz="1050" b="0">
                <a:solidFill>
                  <a:srgbClr val="101828"/>
                </a:solidFill>
              </a:defRPr>
            </a:lvl2pPr>
            <a:lvl3pPr algn="l">
              <a:defRPr sz="1050" b="0">
                <a:solidFill>
                  <a:srgbClr val="101828"/>
                </a:solidFill>
              </a:defRPr>
            </a:lvl3pPr>
            <a:lvl4pPr algn="l">
              <a:defRPr sz="1050" b="0">
                <a:solidFill>
                  <a:srgbClr val="101828"/>
                </a:solidFill>
              </a:defRPr>
            </a:lvl4pPr>
            <a:lvl5pPr algn="l">
              <a:defRPr sz="1050" b="0">
                <a:solidFill>
                  <a:srgbClr val="101828"/>
                </a:solidFill>
              </a:defRPr>
            </a:lvl5pPr>
            <a:lvl6pPr algn="l">
              <a:defRPr sz="1050" b="0">
                <a:solidFill>
                  <a:srgbClr val="101828"/>
                </a:solidFill>
              </a:defRPr>
            </a:lvl6pPr>
            <a:lvl7pPr algn="l">
              <a:defRPr sz="1050" b="0">
                <a:solidFill>
                  <a:srgbClr val="101828"/>
                </a:solidFill>
              </a:defRPr>
            </a:lvl7pPr>
            <a:lvl8pPr algn="l">
              <a:defRPr sz="1050" b="0">
                <a:solidFill>
                  <a:srgbClr val="101828"/>
                </a:solidFill>
              </a:defRPr>
            </a:lvl8pPr>
            <a:lvl9pPr algn="l">
              <a:defRPr sz="1050" b="0">
                <a:solidFill>
                  <a:srgbClr val="101828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Altura Gin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EF50DBB-15D2-4DD3-AAB4-66747321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705350"/>
            <a:ext cx="514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BFFDB81-3B97-42E5-BEA7-3EA7760B4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7434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975" b="1">
                <a:solidFill>
                  <a:srgbClr val="98651A"/>
                </a:solidFill>
              </a:defRPr>
            </a:defPPr>
            <a:lvl1pPr algn="ctr">
              <a:defRPr sz="975" b="1">
                <a:solidFill>
                  <a:srgbClr val="98651A"/>
                </a:solidFill>
              </a:defRPr>
            </a:lvl1pPr>
            <a:lvl2pPr algn="ctr">
              <a:defRPr sz="975" b="1">
                <a:solidFill>
                  <a:srgbClr val="98651A"/>
                </a:solidFill>
              </a:defRPr>
            </a:lvl2pPr>
            <a:lvl3pPr algn="ctr">
              <a:defRPr sz="975" b="1">
                <a:solidFill>
                  <a:srgbClr val="98651A"/>
                </a:solidFill>
              </a:defRPr>
            </a:lvl3pPr>
            <a:lvl4pPr algn="ctr">
              <a:defRPr sz="975" b="1">
                <a:solidFill>
                  <a:srgbClr val="98651A"/>
                </a:solidFill>
              </a:defRPr>
            </a:lvl4pPr>
            <a:lvl5pPr algn="ctr">
              <a:defRPr sz="975" b="1">
                <a:solidFill>
                  <a:srgbClr val="98651A"/>
                </a:solidFill>
              </a:defRPr>
            </a:lvl5pPr>
            <a:lvl6pPr algn="ctr">
              <a:defRPr sz="975" b="1">
                <a:solidFill>
                  <a:srgbClr val="98651A"/>
                </a:solidFill>
              </a:defRPr>
            </a:lvl6pPr>
            <a:lvl7pPr algn="ctr">
              <a:defRPr sz="975" b="1">
                <a:solidFill>
                  <a:srgbClr val="98651A"/>
                </a:solidFill>
              </a:defRPr>
            </a:lvl7pPr>
            <a:lvl8pPr algn="ctr">
              <a:defRPr sz="975" b="1">
                <a:solidFill>
                  <a:srgbClr val="98651A"/>
                </a:solidFill>
              </a:defRPr>
            </a:lvl8pPr>
            <a:lvl9pPr algn="ctr">
              <a:defRPr sz="975" b="1">
                <a:solidFill>
                  <a:srgbClr val="98651A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98651A"/>
                </a:solidFill>
              </a:defRPr>
            </a:pPr>
            <a:r>
              <a:rPr sz="975" b="1">
                <a:solidFill>
                  <a:srgbClr val="98651A"/>
                </a:solidFill>
              </a:rPr>
              <a:t>P3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A68A24C-7662-4703-A819-D599AEBE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43450"/>
            <a:ext cx="1190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0">
                <a:solidFill>
                  <a:srgbClr val="101828"/>
                </a:solidFill>
              </a:defRPr>
            </a:defPPr>
            <a:lvl1pPr algn="l">
              <a:defRPr sz="1050" b="0">
                <a:solidFill>
                  <a:srgbClr val="101828"/>
                </a:solidFill>
              </a:defRPr>
            </a:lvl1pPr>
            <a:lvl2pPr algn="l">
              <a:defRPr sz="1050" b="0">
                <a:solidFill>
                  <a:srgbClr val="101828"/>
                </a:solidFill>
              </a:defRPr>
            </a:lvl2pPr>
            <a:lvl3pPr algn="l">
              <a:defRPr sz="1050" b="0">
                <a:solidFill>
                  <a:srgbClr val="101828"/>
                </a:solidFill>
              </a:defRPr>
            </a:lvl3pPr>
            <a:lvl4pPr algn="l">
              <a:defRPr sz="1050" b="0">
                <a:solidFill>
                  <a:srgbClr val="101828"/>
                </a:solidFill>
              </a:defRPr>
            </a:lvl4pPr>
            <a:lvl5pPr algn="l">
              <a:defRPr sz="1050" b="0">
                <a:solidFill>
                  <a:srgbClr val="101828"/>
                </a:solidFill>
              </a:defRPr>
            </a:lvl5pPr>
            <a:lvl6pPr algn="l">
              <a:defRPr sz="1050" b="0">
                <a:solidFill>
                  <a:srgbClr val="101828"/>
                </a:solidFill>
              </a:defRPr>
            </a:lvl6pPr>
            <a:lvl7pPr algn="l">
              <a:defRPr sz="1050" b="0">
                <a:solidFill>
                  <a:srgbClr val="101828"/>
                </a:solidFill>
              </a:defRPr>
            </a:lvl7pPr>
            <a:lvl8pPr algn="l">
              <a:defRPr sz="1050" b="0">
                <a:solidFill>
                  <a:srgbClr val="101828"/>
                </a:solidFill>
              </a:defRPr>
            </a:lvl8pPr>
            <a:lvl9pPr algn="l">
              <a:defRPr sz="1050" b="0">
                <a:solidFill>
                  <a:srgbClr val="101828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En triage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FC032AF-0F56-4AC0-96E2-3520D4B7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74345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0">
                <a:solidFill>
                  <a:srgbClr val="101828"/>
                </a:solidFill>
              </a:defRPr>
            </a:defPPr>
            <a:lvl1pPr algn="l">
              <a:defRPr sz="1050" b="0">
                <a:solidFill>
                  <a:srgbClr val="101828"/>
                </a:solidFill>
              </a:defRPr>
            </a:lvl1pPr>
            <a:lvl2pPr algn="l">
              <a:defRPr sz="1050" b="0">
                <a:solidFill>
                  <a:srgbClr val="101828"/>
                </a:solidFill>
              </a:defRPr>
            </a:lvl2pPr>
            <a:lvl3pPr algn="l">
              <a:defRPr sz="1050" b="0">
                <a:solidFill>
                  <a:srgbClr val="101828"/>
                </a:solidFill>
              </a:defRPr>
            </a:lvl3pPr>
            <a:lvl4pPr algn="l">
              <a:defRPr sz="1050" b="0">
                <a:solidFill>
                  <a:srgbClr val="101828"/>
                </a:solidFill>
              </a:defRPr>
            </a:lvl4pPr>
            <a:lvl5pPr algn="l">
              <a:defRPr sz="1050" b="0">
                <a:solidFill>
                  <a:srgbClr val="101828"/>
                </a:solidFill>
              </a:defRPr>
            </a:lvl5pPr>
            <a:lvl6pPr algn="l">
              <a:defRPr sz="1050" b="0">
                <a:solidFill>
                  <a:srgbClr val="101828"/>
                </a:solidFill>
              </a:defRPr>
            </a:lvl6pPr>
            <a:lvl7pPr algn="l">
              <a:defRPr sz="1050" b="0">
                <a:solidFill>
                  <a:srgbClr val="101828"/>
                </a:solidFill>
              </a:defRPr>
            </a:lvl7pPr>
            <a:lvl8pPr algn="l">
              <a:defRPr sz="1050" b="0">
                <a:solidFill>
                  <a:srgbClr val="101828"/>
                </a:solidFill>
              </a:defRPr>
            </a:lvl8pPr>
            <a:lvl9pPr algn="l">
              <a:defRPr sz="1050" b="0">
                <a:solidFill>
                  <a:srgbClr val="101828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Account Management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7965E25-8E41-4A0C-A402-2EC8EEEF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48275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F31C563-1E7B-401E-B4A9-C1C41BBF8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667085"/>
                </a:solidFill>
              </a:defRPr>
            </a:defPPr>
            <a:lvl1pPr algn="l">
              <a:defRPr sz="1125" b="0">
                <a:solidFill>
                  <a:srgbClr val="667085"/>
                </a:solidFill>
              </a:defRPr>
            </a:lvl1pPr>
            <a:lvl2pPr algn="l">
              <a:defRPr sz="1125" b="0">
                <a:solidFill>
                  <a:srgbClr val="667085"/>
                </a:solidFill>
              </a:defRPr>
            </a:lvl2pPr>
            <a:lvl3pPr algn="l">
              <a:defRPr sz="1125" b="0">
                <a:solidFill>
                  <a:srgbClr val="667085"/>
                </a:solidFill>
              </a:defRPr>
            </a:lvl3pPr>
            <a:lvl4pPr algn="l">
              <a:defRPr sz="1125" b="0">
                <a:solidFill>
                  <a:srgbClr val="667085"/>
                </a:solidFill>
              </a:defRPr>
            </a:lvl4pPr>
            <a:lvl5pPr algn="l">
              <a:defRPr sz="1125" b="0">
                <a:solidFill>
                  <a:srgbClr val="667085"/>
                </a:solidFill>
              </a:defRPr>
            </a:lvl5pPr>
            <a:lvl6pPr algn="l">
              <a:defRPr sz="1125" b="0">
                <a:solidFill>
                  <a:srgbClr val="667085"/>
                </a:solidFill>
              </a:defRPr>
            </a:lvl6pPr>
            <a:lvl7pPr algn="l">
              <a:defRPr sz="1125" b="0">
                <a:solidFill>
                  <a:srgbClr val="667085"/>
                </a:solidFill>
              </a:defRPr>
            </a:lvl7pPr>
            <a:lvl8pPr algn="l">
              <a:defRPr sz="1125" b="0">
                <a:solidFill>
                  <a:srgbClr val="667085"/>
                </a:solidFill>
              </a:defRPr>
            </a:lvl8pPr>
            <a:lvl9pPr algn="l">
              <a:defRPr sz="1125" b="0">
                <a:solidFill>
                  <a:srgbClr val="667085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Mockup editable fiel al prototipo; la app filtra por estado/tipo y busca por ticket, marca o pedido.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0CA6716-A324-4630-BEFF-D8B29B1D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00" b="0">
                <a:solidFill>
                  <a:srgbClr val="667085"/>
                </a:solidFill>
              </a:defRPr>
            </a:defPPr>
            <a:lvl1pPr algn="l">
              <a:defRPr sz="900" b="0">
                <a:solidFill>
                  <a:srgbClr val="667085"/>
                </a:solidFill>
              </a:defRPr>
            </a:lvl1pPr>
            <a:lvl2pPr algn="l">
              <a:defRPr sz="900" b="0">
                <a:solidFill>
                  <a:srgbClr val="667085"/>
                </a:solidFill>
              </a:defRPr>
            </a:lvl2pPr>
            <a:lvl3pPr algn="l">
              <a:defRPr sz="900" b="0">
                <a:solidFill>
                  <a:srgbClr val="667085"/>
                </a:solidFill>
              </a:defRPr>
            </a:lvl3pPr>
            <a:lvl4pPr algn="l">
              <a:defRPr sz="900" b="0">
                <a:solidFill>
                  <a:srgbClr val="667085"/>
                </a:solidFill>
              </a:defRPr>
            </a:lvl4pPr>
            <a:lvl5pPr algn="l">
              <a:defRPr sz="900" b="0">
                <a:solidFill>
                  <a:srgbClr val="667085"/>
                </a:solidFill>
              </a:defRPr>
            </a:lvl5pPr>
            <a:lvl6pPr algn="l">
              <a:defRPr sz="900" b="0">
                <a:solidFill>
                  <a:srgbClr val="667085"/>
                </a:solidFill>
              </a:defRPr>
            </a:lvl6pPr>
            <a:lvl7pPr algn="l">
              <a:defRPr sz="900" b="0">
                <a:solidFill>
                  <a:srgbClr val="667085"/>
                </a:solidFill>
              </a:defRPr>
            </a:lvl7pPr>
            <a:lvl8pPr algn="l">
              <a:defRPr sz="900" b="0">
                <a:solidFill>
                  <a:srgbClr val="667085"/>
                </a:solidFill>
              </a:defRPr>
            </a:lvl8pPr>
            <a:lvl9pPr algn="l">
              <a:defRPr sz="900" b="0">
                <a:solidFill>
                  <a:srgbClr val="667085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Fase 2 · Demo académica · Datos ficticios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C6E2603-3DA3-4993-AE22-419E785E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900" b="1">
                <a:solidFill>
                  <a:srgbClr val="667085"/>
                </a:solidFill>
              </a:defRPr>
            </a:defPPr>
            <a:lvl1pPr algn="r">
              <a:defRPr sz="900" b="1">
                <a:solidFill>
                  <a:srgbClr val="667085"/>
                </a:solidFill>
              </a:defRPr>
            </a:lvl1pPr>
            <a:lvl2pPr algn="r">
              <a:defRPr sz="900" b="1">
                <a:solidFill>
                  <a:srgbClr val="667085"/>
                </a:solidFill>
              </a:defRPr>
            </a:lvl2pPr>
            <a:lvl3pPr algn="r">
              <a:defRPr sz="900" b="1">
                <a:solidFill>
                  <a:srgbClr val="667085"/>
                </a:solidFill>
              </a:defRPr>
            </a:lvl3pPr>
            <a:lvl4pPr algn="r">
              <a:defRPr sz="900" b="1">
                <a:solidFill>
                  <a:srgbClr val="667085"/>
                </a:solidFill>
              </a:defRPr>
            </a:lvl4pPr>
            <a:lvl5pPr algn="r">
              <a:defRPr sz="900" b="1">
                <a:solidFill>
                  <a:srgbClr val="667085"/>
                </a:solidFill>
              </a:defRPr>
            </a:lvl5pPr>
            <a:lvl6pPr algn="r">
              <a:defRPr sz="900" b="1">
                <a:solidFill>
                  <a:srgbClr val="667085"/>
                </a:solidFill>
              </a:defRPr>
            </a:lvl6pPr>
            <a:lvl7pPr algn="r">
              <a:defRPr sz="900" b="1">
                <a:solidFill>
                  <a:srgbClr val="667085"/>
                </a:solidFill>
              </a:defRPr>
            </a:lvl7pPr>
            <a:lvl8pPr algn="r">
              <a:defRPr sz="900" b="1">
                <a:solidFill>
                  <a:srgbClr val="667085"/>
                </a:solidFill>
              </a:defRPr>
            </a:lvl8pPr>
            <a:lvl9pPr algn="r">
              <a:defRPr sz="900" b="1">
                <a:solidFill>
                  <a:srgbClr val="667085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202927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E757D5-0481-4460-8B0D-DDC8AAE2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1">
                <a:solidFill>
                  <a:srgbClr val="356DB5"/>
                </a:solidFill>
              </a:defRPr>
            </a:defPPr>
            <a:lvl1pPr algn="l">
              <a:defRPr sz="1050" b="1">
                <a:solidFill>
                  <a:srgbClr val="356DB5"/>
                </a:solidFill>
              </a:defRPr>
            </a:lvl1pPr>
            <a:lvl2pPr algn="l">
              <a:defRPr sz="1050" b="1">
                <a:solidFill>
                  <a:srgbClr val="356DB5"/>
                </a:solidFill>
              </a:defRPr>
            </a:lvl2pPr>
            <a:lvl3pPr algn="l">
              <a:defRPr sz="1050" b="1">
                <a:solidFill>
                  <a:srgbClr val="356DB5"/>
                </a:solidFill>
              </a:defRPr>
            </a:lvl3pPr>
            <a:lvl4pPr algn="l">
              <a:defRPr sz="1050" b="1">
                <a:solidFill>
                  <a:srgbClr val="356DB5"/>
                </a:solidFill>
              </a:defRPr>
            </a:lvl4pPr>
            <a:lvl5pPr algn="l">
              <a:defRPr sz="1050" b="1">
                <a:solidFill>
                  <a:srgbClr val="356DB5"/>
                </a:solidFill>
              </a:defRPr>
            </a:lvl5pPr>
            <a:lvl6pPr algn="l">
              <a:defRPr sz="1050" b="1">
                <a:solidFill>
                  <a:srgbClr val="356DB5"/>
                </a:solidFill>
              </a:defRPr>
            </a:lvl6pPr>
            <a:lvl7pPr algn="l">
              <a:defRPr sz="1050" b="1">
                <a:solidFill>
                  <a:srgbClr val="356DB5"/>
                </a:solidFill>
              </a:defRPr>
            </a:lvl7pPr>
            <a:lvl8pPr algn="l">
              <a:defRPr sz="1050" b="1">
                <a:solidFill>
                  <a:srgbClr val="356DB5"/>
                </a:solidFill>
              </a:defRPr>
            </a:lvl8pPr>
            <a:lvl9pPr algn="l">
              <a:defRPr sz="1050" b="1">
                <a:solidFill>
                  <a:srgbClr val="356DB5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356DB5"/>
                </a:solidFill>
              </a:defRPr>
            </a:pPr>
            <a:r>
              <a:rPr sz="1050" b="1">
                <a:solidFill>
                  <a:srgbClr val="356DB5"/>
                </a:solidFill>
              </a:rPr>
              <a:t>BEVSTACK · SERVICE DESK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7A69FA-5699-46C0-B30E-DDF4FB12D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000" b="1">
                <a:solidFill>
                  <a:srgbClr val="102743"/>
                </a:solidFill>
              </a:defRPr>
            </a:defPPr>
            <a:lvl1pPr algn="l">
              <a:defRPr sz="3000" b="1">
                <a:solidFill>
                  <a:srgbClr val="102743"/>
                </a:solidFill>
              </a:defRPr>
            </a:lvl1pPr>
            <a:lvl2pPr algn="l">
              <a:defRPr sz="3000" b="1">
                <a:solidFill>
                  <a:srgbClr val="102743"/>
                </a:solidFill>
              </a:defRPr>
            </a:lvl2pPr>
            <a:lvl3pPr algn="l">
              <a:defRPr sz="3000" b="1">
                <a:solidFill>
                  <a:srgbClr val="102743"/>
                </a:solidFill>
              </a:defRPr>
            </a:lvl3pPr>
            <a:lvl4pPr algn="l">
              <a:defRPr sz="3000" b="1">
                <a:solidFill>
                  <a:srgbClr val="102743"/>
                </a:solidFill>
              </a:defRPr>
            </a:lvl4pPr>
            <a:lvl5pPr algn="l">
              <a:defRPr sz="3000" b="1">
                <a:solidFill>
                  <a:srgbClr val="102743"/>
                </a:solidFill>
              </a:defRPr>
            </a:lvl5pPr>
            <a:lvl6pPr algn="l">
              <a:defRPr sz="3000" b="1">
                <a:solidFill>
                  <a:srgbClr val="102743"/>
                </a:solidFill>
              </a:defRPr>
            </a:lvl6pPr>
            <a:lvl7pPr algn="l">
              <a:defRPr sz="3000" b="1">
                <a:solidFill>
                  <a:srgbClr val="102743"/>
                </a:solidFill>
              </a:defRPr>
            </a:lvl7pPr>
            <a:lvl8pPr algn="l">
              <a:defRPr sz="3000" b="1">
                <a:solidFill>
                  <a:srgbClr val="102743"/>
                </a:solidFill>
              </a:defRPr>
            </a:lvl8pPr>
            <a:lvl9pPr algn="l">
              <a:defRPr sz="3000" b="1">
                <a:solidFill>
                  <a:srgbClr val="102743"/>
                </a:solidFill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02743"/>
                </a:solidFill>
              </a:defRPr>
            </a:pPr>
            <a:r>
              <a:rPr sz="3000" b="1">
                <a:solidFill>
                  <a:srgbClr val="102743"/>
                </a:solidFill>
              </a:rPr>
              <a:t>Edición y actualización de tickets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A68D62-E9ED-49D9-8130-85E0452B4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D9CFD2-865D-4F7D-AEE4-C5E1E0A1F7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b03622f5c34aca"/>
          <a:srcRect xmlns:a="http://schemas.openxmlformats.org/drawingml/2006/main" l="18252" t="0" r="1825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57350"/>
            <a:ext cx="4191000" cy="3714750"/>
          </a:xfrm>
          <a:prstGeom xmlns:a="http://schemas.openxmlformats.org/drawingml/2006/main" prst="roundRect">
            <a:avLst>
              <a:gd name="adj" fmla="val 3590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B6E09F-967C-4A12-A68E-49658122C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657350"/>
            <a:ext cx="6438900" cy="4095750"/>
          </a:xfrm>
          <a:prstGeom xmlns:a="http://schemas.openxmlformats.org/drawingml/2006/main" prst="roundRect">
            <a:avLst>
              <a:gd name="adj" fmla="val 3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6094CC-2F05-4120-B501-2E87D9B5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885950"/>
            <a:ext cx="581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17365D"/>
                </a:solidFill>
              </a:defRPr>
            </a:defPPr>
            <a:lvl1pPr algn="l">
              <a:defRPr sz="1650" b="1">
                <a:solidFill>
                  <a:srgbClr val="17365D"/>
                </a:solidFill>
              </a:defRPr>
            </a:lvl1pPr>
            <a:lvl2pPr algn="l">
              <a:defRPr sz="1650" b="1">
                <a:solidFill>
                  <a:srgbClr val="17365D"/>
                </a:solidFill>
              </a:defRPr>
            </a:lvl2pPr>
            <a:lvl3pPr algn="l">
              <a:defRPr sz="1650" b="1">
                <a:solidFill>
                  <a:srgbClr val="17365D"/>
                </a:solidFill>
              </a:defRPr>
            </a:lvl3pPr>
            <a:lvl4pPr algn="l">
              <a:defRPr sz="1650" b="1">
                <a:solidFill>
                  <a:srgbClr val="17365D"/>
                </a:solidFill>
              </a:defRPr>
            </a:lvl4pPr>
            <a:lvl5pPr algn="l">
              <a:defRPr sz="1650" b="1">
                <a:solidFill>
                  <a:srgbClr val="17365D"/>
                </a:solidFill>
              </a:defRPr>
            </a:lvl5pPr>
            <a:lvl6pPr algn="l">
              <a:defRPr sz="1650" b="1">
                <a:solidFill>
                  <a:srgbClr val="17365D"/>
                </a:solidFill>
              </a:defRPr>
            </a:lvl6pPr>
            <a:lvl7pPr algn="l">
              <a:defRPr sz="1650" b="1">
                <a:solidFill>
                  <a:srgbClr val="17365D"/>
                </a:solidFill>
              </a:defRPr>
            </a:lvl7pPr>
            <a:lvl8pPr algn="l">
              <a:defRPr sz="1650" b="1">
                <a:solidFill>
                  <a:srgbClr val="17365D"/>
                </a:solidFill>
              </a:defRPr>
            </a:lvl8pPr>
            <a:lvl9pPr algn="l">
              <a:defRPr sz="1650" b="1">
                <a:solidFill>
                  <a:srgbClr val="17365D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7365D"/>
                </a:solidFill>
              </a:defRPr>
            </a:pPr>
            <a:r>
              <a:rPr sz="1650" b="1">
                <a:solidFill>
                  <a:srgbClr val="17365D"/>
                </a:solidFill>
              </a:rPr>
              <a:t>BV-1047 · Pedido no procesado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FD8D2B-66A8-4FCE-A947-3E9F74EA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295525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1">
                <a:solidFill>
                  <a:srgbClr val="CC5B56"/>
                </a:solidFill>
              </a:defRPr>
            </a:defPPr>
            <a:lvl1pPr algn="l">
              <a:defRPr sz="975" b="1">
                <a:solidFill>
                  <a:srgbClr val="CC5B56"/>
                </a:solidFill>
              </a:defRPr>
            </a:lvl1pPr>
            <a:lvl2pPr algn="l">
              <a:defRPr sz="975" b="1">
                <a:solidFill>
                  <a:srgbClr val="CC5B56"/>
                </a:solidFill>
              </a:defRPr>
            </a:lvl2pPr>
            <a:lvl3pPr algn="l">
              <a:defRPr sz="975" b="1">
                <a:solidFill>
                  <a:srgbClr val="CC5B56"/>
                </a:solidFill>
              </a:defRPr>
            </a:lvl3pPr>
            <a:lvl4pPr algn="l">
              <a:defRPr sz="975" b="1">
                <a:solidFill>
                  <a:srgbClr val="CC5B56"/>
                </a:solidFill>
              </a:defRPr>
            </a:lvl4pPr>
            <a:lvl5pPr algn="l">
              <a:defRPr sz="975" b="1">
                <a:solidFill>
                  <a:srgbClr val="CC5B56"/>
                </a:solidFill>
              </a:defRPr>
            </a:lvl5pPr>
            <a:lvl6pPr algn="l">
              <a:defRPr sz="975" b="1">
                <a:solidFill>
                  <a:srgbClr val="CC5B56"/>
                </a:solidFill>
              </a:defRPr>
            </a:lvl6pPr>
            <a:lvl7pPr algn="l">
              <a:defRPr sz="975" b="1">
                <a:solidFill>
                  <a:srgbClr val="CC5B56"/>
                </a:solidFill>
              </a:defRPr>
            </a:lvl7pPr>
            <a:lvl8pPr algn="l">
              <a:defRPr sz="975" b="1">
                <a:solidFill>
                  <a:srgbClr val="CC5B56"/>
                </a:solidFill>
              </a:defRPr>
            </a:lvl8pPr>
            <a:lvl9pPr algn="l">
              <a:defRPr sz="975" b="1">
                <a:solidFill>
                  <a:srgbClr val="CC5B56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CC5B56"/>
                </a:solidFill>
              </a:defRPr>
            </a:pPr>
            <a:r>
              <a:rPr sz="975" b="1">
                <a:solidFill>
                  <a:srgbClr val="CC5B56"/>
                </a:solidFill>
              </a:rPr>
              <a:t>INCIDENTE · P1 · CASA NÓMADA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5C29C5-0750-4F6A-B401-1460C2182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86050"/>
            <a:ext cx="5867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AF0E15-82A8-4926-968C-27B149A8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67025"/>
            <a:ext cx="2524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00" b="1">
                <a:solidFill>
                  <a:srgbClr val="667085"/>
                </a:solidFill>
              </a:defRPr>
            </a:defPPr>
            <a:lvl1pPr algn="l">
              <a:defRPr sz="900" b="1">
                <a:solidFill>
                  <a:srgbClr val="667085"/>
                </a:solidFill>
              </a:defRPr>
            </a:lvl1pPr>
            <a:lvl2pPr algn="l">
              <a:defRPr sz="900" b="1">
                <a:solidFill>
                  <a:srgbClr val="667085"/>
                </a:solidFill>
              </a:defRPr>
            </a:lvl2pPr>
            <a:lvl3pPr algn="l">
              <a:defRPr sz="900" b="1">
                <a:solidFill>
                  <a:srgbClr val="667085"/>
                </a:solidFill>
              </a:defRPr>
            </a:lvl3pPr>
            <a:lvl4pPr algn="l">
              <a:defRPr sz="900" b="1">
                <a:solidFill>
                  <a:srgbClr val="667085"/>
                </a:solidFill>
              </a:defRPr>
            </a:lvl4pPr>
            <a:lvl5pPr algn="l">
              <a:defRPr sz="900" b="1">
                <a:solidFill>
                  <a:srgbClr val="667085"/>
                </a:solidFill>
              </a:defRPr>
            </a:lvl5pPr>
            <a:lvl6pPr algn="l">
              <a:defRPr sz="900" b="1">
                <a:solidFill>
                  <a:srgbClr val="667085"/>
                </a:solidFill>
              </a:defRPr>
            </a:lvl6pPr>
            <a:lvl7pPr algn="l">
              <a:defRPr sz="900" b="1">
                <a:solidFill>
                  <a:srgbClr val="667085"/>
                </a:solidFill>
              </a:defRPr>
            </a:lvl7pPr>
            <a:lvl8pPr algn="l">
              <a:defRPr sz="900" b="1">
                <a:solidFill>
                  <a:srgbClr val="667085"/>
                </a:solidFill>
              </a:defRPr>
            </a:lvl8pPr>
            <a:lvl9pPr algn="l">
              <a:defRPr sz="900" b="1">
                <a:solidFill>
                  <a:srgbClr val="667085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INVESTIGACIÓN A CARGO 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02FEAF-58DC-49B5-88A8-87485510B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05150"/>
            <a:ext cx="2524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101828"/>
                </a:solidFill>
              </a:defRPr>
            </a:defPPr>
            <a:lvl1pPr algn="l">
              <a:defRPr sz="1350" b="1">
                <a:solidFill>
                  <a:srgbClr val="101828"/>
                </a:solidFill>
              </a:defRPr>
            </a:lvl1pPr>
            <a:lvl2pPr algn="l">
              <a:defRPr sz="1350" b="1">
                <a:solidFill>
                  <a:srgbClr val="101828"/>
                </a:solidFill>
              </a:defRPr>
            </a:lvl2pPr>
            <a:lvl3pPr algn="l">
              <a:defRPr sz="1350" b="1">
                <a:solidFill>
                  <a:srgbClr val="101828"/>
                </a:solidFill>
              </a:defRPr>
            </a:lvl3pPr>
            <a:lvl4pPr algn="l">
              <a:defRPr sz="1350" b="1">
                <a:solidFill>
                  <a:srgbClr val="101828"/>
                </a:solidFill>
              </a:defRPr>
            </a:lvl4pPr>
            <a:lvl5pPr algn="l">
              <a:defRPr sz="1350" b="1">
                <a:solidFill>
                  <a:srgbClr val="101828"/>
                </a:solidFill>
              </a:defRPr>
            </a:lvl5pPr>
            <a:lvl6pPr algn="l">
              <a:defRPr sz="1350" b="1">
                <a:solidFill>
                  <a:srgbClr val="101828"/>
                </a:solidFill>
              </a:defRPr>
            </a:lvl6pPr>
            <a:lvl7pPr algn="l">
              <a:defRPr sz="1350" b="1">
                <a:solidFill>
                  <a:srgbClr val="101828"/>
                </a:solidFill>
              </a:defRPr>
            </a:lvl7pPr>
            <a:lvl8pPr algn="l">
              <a:defRPr sz="1350" b="1">
                <a:solidFill>
                  <a:srgbClr val="101828"/>
                </a:solidFill>
              </a:defRPr>
            </a:lvl8pPr>
            <a:lvl9pPr algn="l">
              <a:defRPr sz="1350" b="1">
                <a:solidFill>
                  <a:srgbClr val="101828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Team de Tech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DBFD1D-B04F-4A41-A8BE-1968AB490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67025"/>
            <a:ext cx="2714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00" b="1">
                <a:solidFill>
                  <a:srgbClr val="667085"/>
                </a:solidFill>
              </a:defRPr>
            </a:defPPr>
            <a:lvl1pPr algn="l">
              <a:defRPr sz="900" b="1">
                <a:solidFill>
                  <a:srgbClr val="667085"/>
                </a:solidFill>
              </a:defRPr>
            </a:lvl1pPr>
            <a:lvl2pPr algn="l">
              <a:defRPr sz="900" b="1">
                <a:solidFill>
                  <a:srgbClr val="667085"/>
                </a:solidFill>
              </a:defRPr>
            </a:lvl2pPr>
            <a:lvl3pPr algn="l">
              <a:defRPr sz="900" b="1">
                <a:solidFill>
                  <a:srgbClr val="667085"/>
                </a:solidFill>
              </a:defRPr>
            </a:lvl3pPr>
            <a:lvl4pPr algn="l">
              <a:defRPr sz="900" b="1">
                <a:solidFill>
                  <a:srgbClr val="667085"/>
                </a:solidFill>
              </a:defRPr>
            </a:lvl4pPr>
            <a:lvl5pPr algn="l">
              <a:defRPr sz="900" b="1">
                <a:solidFill>
                  <a:srgbClr val="667085"/>
                </a:solidFill>
              </a:defRPr>
            </a:lvl5pPr>
            <a:lvl6pPr algn="l">
              <a:defRPr sz="900" b="1">
                <a:solidFill>
                  <a:srgbClr val="667085"/>
                </a:solidFill>
              </a:defRPr>
            </a:lvl6pPr>
            <a:lvl7pPr algn="l">
              <a:defRPr sz="900" b="1">
                <a:solidFill>
                  <a:srgbClr val="667085"/>
                </a:solidFill>
              </a:defRPr>
            </a:lvl7pPr>
            <a:lvl8pPr algn="l">
              <a:defRPr sz="900" b="1">
                <a:solidFill>
                  <a:srgbClr val="667085"/>
                </a:solidFill>
              </a:defRPr>
            </a:lvl8pPr>
            <a:lvl9pPr algn="l">
              <a:defRPr sz="900" b="1">
                <a:solidFill>
                  <a:srgbClr val="667085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COMUNICACIÓN A LA MARCA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274F5A-8A3D-4DEC-B8D3-BCFB05B1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05150"/>
            <a:ext cx="2714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101828"/>
                </a:solidFill>
              </a:defRPr>
            </a:defPPr>
            <a:lvl1pPr algn="l">
              <a:defRPr sz="1350" b="1">
                <a:solidFill>
                  <a:srgbClr val="101828"/>
                </a:solidFill>
              </a:defRPr>
            </a:lvl1pPr>
            <a:lvl2pPr algn="l">
              <a:defRPr sz="1350" b="1">
                <a:solidFill>
                  <a:srgbClr val="101828"/>
                </a:solidFill>
              </a:defRPr>
            </a:lvl2pPr>
            <a:lvl3pPr algn="l">
              <a:defRPr sz="1350" b="1">
                <a:solidFill>
                  <a:srgbClr val="101828"/>
                </a:solidFill>
              </a:defRPr>
            </a:lvl3pPr>
            <a:lvl4pPr algn="l">
              <a:defRPr sz="1350" b="1">
                <a:solidFill>
                  <a:srgbClr val="101828"/>
                </a:solidFill>
              </a:defRPr>
            </a:lvl4pPr>
            <a:lvl5pPr algn="l">
              <a:defRPr sz="1350" b="1">
                <a:solidFill>
                  <a:srgbClr val="101828"/>
                </a:solidFill>
              </a:defRPr>
            </a:lvl5pPr>
            <a:lvl6pPr algn="l">
              <a:defRPr sz="1350" b="1">
                <a:solidFill>
                  <a:srgbClr val="101828"/>
                </a:solidFill>
              </a:defRPr>
            </a:lvl6pPr>
            <a:lvl7pPr algn="l">
              <a:defRPr sz="1350" b="1">
                <a:solidFill>
                  <a:srgbClr val="101828"/>
                </a:solidFill>
              </a:defRPr>
            </a:lvl7pPr>
            <a:lvl8pPr algn="l">
              <a:defRPr sz="1350" b="1">
                <a:solidFill>
                  <a:srgbClr val="101828"/>
                </a:solidFill>
              </a:defRPr>
            </a:lvl8pPr>
            <a:lvl9pPr algn="l">
              <a:defRPr sz="1350" b="1">
                <a:solidFill>
                  <a:srgbClr val="101828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Account Management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F8B659-530A-4850-B78D-8DC34D973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562350"/>
            <a:ext cx="5810250" cy="790575"/>
          </a:xfrm>
          <a:prstGeom xmlns:a="http://schemas.openxmlformats.org/drawingml/2006/main" prst="roundRect">
            <a:avLst>
              <a:gd name="adj" fmla="val 10843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D3E3F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55ACF8-F2EE-4A33-84CC-EC9A2DF1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7147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00" b="1">
                <a:solidFill>
                  <a:srgbClr val="356DB5"/>
                </a:solidFill>
              </a:defRPr>
            </a:defPPr>
            <a:lvl1pPr algn="l">
              <a:defRPr sz="900" b="1">
                <a:solidFill>
                  <a:srgbClr val="356DB5"/>
                </a:solidFill>
              </a:defRPr>
            </a:lvl1pPr>
            <a:lvl2pPr algn="l">
              <a:defRPr sz="900" b="1">
                <a:solidFill>
                  <a:srgbClr val="356DB5"/>
                </a:solidFill>
              </a:defRPr>
            </a:lvl2pPr>
            <a:lvl3pPr algn="l">
              <a:defRPr sz="900" b="1">
                <a:solidFill>
                  <a:srgbClr val="356DB5"/>
                </a:solidFill>
              </a:defRPr>
            </a:lvl3pPr>
            <a:lvl4pPr algn="l">
              <a:defRPr sz="900" b="1">
                <a:solidFill>
                  <a:srgbClr val="356DB5"/>
                </a:solidFill>
              </a:defRPr>
            </a:lvl4pPr>
            <a:lvl5pPr algn="l">
              <a:defRPr sz="900" b="1">
                <a:solidFill>
                  <a:srgbClr val="356DB5"/>
                </a:solidFill>
              </a:defRPr>
            </a:lvl5pPr>
            <a:lvl6pPr algn="l">
              <a:defRPr sz="900" b="1">
                <a:solidFill>
                  <a:srgbClr val="356DB5"/>
                </a:solidFill>
              </a:defRPr>
            </a:lvl6pPr>
            <a:lvl7pPr algn="l">
              <a:defRPr sz="900" b="1">
                <a:solidFill>
                  <a:srgbClr val="356DB5"/>
                </a:solidFill>
              </a:defRPr>
            </a:lvl7pPr>
            <a:lvl8pPr algn="l">
              <a:defRPr sz="900" b="1">
                <a:solidFill>
                  <a:srgbClr val="356DB5"/>
                </a:solidFill>
              </a:defRPr>
            </a:lvl8pPr>
            <a:lvl9pPr algn="l">
              <a:defRPr sz="900" b="1">
                <a:solidFill>
                  <a:srgbClr val="356DB5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356DB5"/>
                </a:solidFill>
              </a:defRPr>
            </a:pPr>
            <a:r>
              <a:rPr sz="900" b="1">
                <a:solidFill>
                  <a:srgbClr val="356DB5"/>
                </a:solidFill>
              </a:rPr>
              <a:t>ACTUALIZACIÓN PÚBLICA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14F3FD-7035-4711-8B63-DBE22E97C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9624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>
                <a:solidFill>
                  <a:srgbClr val="101828"/>
                </a:solidFill>
              </a:defRPr>
            </a:defPPr>
            <a:lvl1pPr algn="l">
              <a:defRPr sz="1200" b="0">
                <a:solidFill>
                  <a:srgbClr val="101828"/>
                </a:solidFill>
              </a:defRPr>
            </a:lvl1pPr>
            <a:lvl2pPr algn="l">
              <a:defRPr sz="1200" b="0">
                <a:solidFill>
                  <a:srgbClr val="101828"/>
                </a:solidFill>
              </a:defRPr>
            </a:lvl2pPr>
            <a:lvl3pPr algn="l">
              <a:defRPr sz="1200" b="0">
                <a:solidFill>
                  <a:srgbClr val="101828"/>
                </a:solidFill>
              </a:defRPr>
            </a:lvl3pPr>
            <a:lvl4pPr algn="l">
              <a:defRPr sz="1200" b="0">
                <a:solidFill>
                  <a:srgbClr val="101828"/>
                </a:solidFill>
              </a:defRPr>
            </a:lvl4pPr>
            <a:lvl5pPr algn="l">
              <a:defRPr sz="1200" b="0">
                <a:solidFill>
                  <a:srgbClr val="101828"/>
                </a:solidFill>
              </a:defRPr>
            </a:lvl5pPr>
            <a:lvl6pPr algn="l">
              <a:defRPr sz="1200" b="0">
                <a:solidFill>
                  <a:srgbClr val="101828"/>
                </a:solidFill>
              </a:defRPr>
            </a:lvl6pPr>
            <a:lvl7pPr algn="l">
              <a:defRPr sz="1200" b="0">
                <a:solidFill>
                  <a:srgbClr val="101828"/>
                </a:solidFill>
              </a:defRPr>
            </a:lvl7pPr>
            <a:lvl8pPr algn="l">
              <a:defRPr sz="1200" b="0">
                <a:solidFill>
                  <a:srgbClr val="101828"/>
                </a:solidFill>
              </a:defRPr>
            </a:lvl8pPr>
            <a:lvl9pPr algn="l">
              <a:defRPr sz="1200" b="0">
                <a:solidFill>
                  <a:srgbClr val="101828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“Tech investiga. Compartiremos el siguiente avance.”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A8D978-FF8C-40E8-B557-84475E11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505325"/>
            <a:ext cx="5810250" cy="714375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9F401A-2017-4219-8AE7-96917F3F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638675"/>
            <a:ext cx="5334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00" b="1">
                <a:solidFill>
                  <a:srgbClr val="667085"/>
                </a:solidFill>
              </a:defRPr>
            </a:defPPr>
            <a:lvl1pPr algn="l">
              <a:defRPr sz="900" b="1">
                <a:solidFill>
                  <a:srgbClr val="667085"/>
                </a:solidFill>
              </a:defRPr>
            </a:lvl1pPr>
            <a:lvl2pPr algn="l">
              <a:defRPr sz="900" b="1">
                <a:solidFill>
                  <a:srgbClr val="667085"/>
                </a:solidFill>
              </a:defRPr>
            </a:lvl2pPr>
            <a:lvl3pPr algn="l">
              <a:defRPr sz="900" b="1">
                <a:solidFill>
                  <a:srgbClr val="667085"/>
                </a:solidFill>
              </a:defRPr>
            </a:lvl3pPr>
            <a:lvl4pPr algn="l">
              <a:defRPr sz="900" b="1">
                <a:solidFill>
                  <a:srgbClr val="667085"/>
                </a:solidFill>
              </a:defRPr>
            </a:lvl4pPr>
            <a:lvl5pPr algn="l">
              <a:defRPr sz="900" b="1">
                <a:solidFill>
                  <a:srgbClr val="667085"/>
                </a:solidFill>
              </a:defRPr>
            </a:lvl5pPr>
            <a:lvl6pPr algn="l">
              <a:defRPr sz="900" b="1">
                <a:solidFill>
                  <a:srgbClr val="667085"/>
                </a:solidFill>
              </a:defRPr>
            </a:lvl6pPr>
            <a:lvl7pPr algn="l">
              <a:defRPr sz="900" b="1">
                <a:solidFill>
                  <a:srgbClr val="667085"/>
                </a:solidFill>
              </a:defRPr>
            </a:lvl7pPr>
            <a:lvl8pPr algn="l">
              <a:defRPr sz="900" b="1">
                <a:solidFill>
                  <a:srgbClr val="667085"/>
                </a:solidFill>
              </a:defRPr>
            </a:lvl8pPr>
            <a:lvl9pPr algn="l">
              <a:defRPr sz="900" b="1">
                <a:solidFill>
                  <a:srgbClr val="667085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NOTA INTERNA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2EB420-113A-4F0C-969A-0E10603AC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87680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101828"/>
                </a:solidFill>
              </a:defRPr>
            </a:defPPr>
            <a:lvl1pPr algn="l">
              <a:defRPr sz="1125" b="0">
                <a:solidFill>
                  <a:srgbClr val="101828"/>
                </a:solidFill>
              </a:defRPr>
            </a:lvl1pPr>
            <a:lvl2pPr algn="l">
              <a:defRPr sz="1125" b="0">
                <a:solidFill>
                  <a:srgbClr val="101828"/>
                </a:solidFill>
              </a:defRPr>
            </a:lvl2pPr>
            <a:lvl3pPr algn="l">
              <a:defRPr sz="1125" b="0">
                <a:solidFill>
                  <a:srgbClr val="101828"/>
                </a:solidFill>
              </a:defRPr>
            </a:lvl3pPr>
            <a:lvl4pPr algn="l">
              <a:defRPr sz="1125" b="0">
                <a:solidFill>
                  <a:srgbClr val="101828"/>
                </a:solidFill>
              </a:defRPr>
            </a:lvl4pPr>
            <a:lvl5pPr algn="l">
              <a:defRPr sz="1125" b="0">
                <a:solidFill>
                  <a:srgbClr val="101828"/>
                </a:solidFill>
              </a:defRPr>
            </a:lvl5pPr>
            <a:lvl6pPr algn="l">
              <a:defRPr sz="1125" b="0">
                <a:solidFill>
                  <a:srgbClr val="101828"/>
                </a:solidFill>
              </a:defRPr>
            </a:lvl6pPr>
            <a:lvl7pPr algn="l">
              <a:defRPr sz="1125" b="0">
                <a:solidFill>
                  <a:srgbClr val="101828"/>
                </a:solidFill>
              </a:defRPr>
            </a:lvl7pPr>
            <a:lvl8pPr algn="l">
              <a:defRPr sz="1125" b="0">
                <a:solidFill>
                  <a:srgbClr val="101828"/>
                </a:solidFill>
              </a:defRPr>
            </a:lvl8pPr>
            <a:lvl9pPr algn="l">
              <a:defRPr sz="1125" b="0">
                <a:solidFill>
                  <a:srgbClr val="101828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“Se escaló al proveedor. Confirmar recepción.”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CD6E08-4344-4431-B13A-E59A9B9B8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4191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667085"/>
                </a:solidFill>
              </a:defRPr>
            </a:defPPr>
            <a:lvl1pPr algn="l">
              <a:defRPr sz="975" b="0">
                <a:solidFill>
                  <a:srgbClr val="667085"/>
                </a:solidFill>
              </a:defRPr>
            </a:lvl1pPr>
            <a:lvl2pPr algn="l">
              <a:defRPr sz="975" b="0">
                <a:solidFill>
                  <a:srgbClr val="667085"/>
                </a:solidFill>
              </a:defRPr>
            </a:lvl2pPr>
            <a:lvl3pPr algn="l">
              <a:defRPr sz="975" b="0">
                <a:solidFill>
                  <a:srgbClr val="667085"/>
                </a:solidFill>
              </a:defRPr>
            </a:lvl3pPr>
            <a:lvl4pPr algn="l">
              <a:defRPr sz="975" b="0">
                <a:solidFill>
                  <a:srgbClr val="667085"/>
                </a:solidFill>
              </a:defRPr>
            </a:lvl4pPr>
            <a:lvl5pPr algn="l">
              <a:defRPr sz="975" b="0">
                <a:solidFill>
                  <a:srgbClr val="667085"/>
                </a:solidFill>
              </a:defRPr>
            </a:lvl5pPr>
            <a:lvl6pPr algn="l">
              <a:defRPr sz="975" b="0">
                <a:solidFill>
                  <a:srgbClr val="667085"/>
                </a:solidFill>
              </a:defRPr>
            </a:lvl6pPr>
            <a:lvl7pPr algn="l">
              <a:defRPr sz="975" b="0">
                <a:solidFill>
                  <a:srgbClr val="667085"/>
                </a:solidFill>
              </a:defRPr>
            </a:lvl7pPr>
            <a:lvl8pPr algn="l">
              <a:defRPr sz="975" b="0">
                <a:solidFill>
                  <a:srgbClr val="667085"/>
                </a:solidFill>
              </a:defRPr>
            </a:lvl8pPr>
            <a:lvl9pPr algn="l">
              <a:defRPr sz="975" b="0">
                <a:solidFill>
                  <a:srgbClr val="667085"/>
                </a:solidFill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Foto editorial generada; el caso y sus campos son datos ficticios de la demo.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DCD523-53ED-4C0F-ABAB-636CB9E4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00" b="0">
                <a:solidFill>
                  <a:srgbClr val="667085"/>
                </a:solidFill>
              </a:defRPr>
            </a:defPPr>
            <a:lvl1pPr algn="l">
              <a:defRPr sz="900" b="0">
                <a:solidFill>
                  <a:srgbClr val="667085"/>
                </a:solidFill>
              </a:defRPr>
            </a:lvl1pPr>
            <a:lvl2pPr algn="l">
              <a:defRPr sz="900" b="0">
                <a:solidFill>
                  <a:srgbClr val="667085"/>
                </a:solidFill>
              </a:defRPr>
            </a:lvl2pPr>
            <a:lvl3pPr algn="l">
              <a:defRPr sz="900" b="0">
                <a:solidFill>
                  <a:srgbClr val="667085"/>
                </a:solidFill>
              </a:defRPr>
            </a:lvl3pPr>
            <a:lvl4pPr algn="l">
              <a:defRPr sz="900" b="0">
                <a:solidFill>
                  <a:srgbClr val="667085"/>
                </a:solidFill>
              </a:defRPr>
            </a:lvl4pPr>
            <a:lvl5pPr algn="l">
              <a:defRPr sz="900" b="0">
                <a:solidFill>
                  <a:srgbClr val="667085"/>
                </a:solidFill>
              </a:defRPr>
            </a:lvl5pPr>
            <a:lvl6pPr algn="l">
              <a:defRPr sz="900" b="0">
                <a:solidFill>
                  <a:srgbClr val="667085"/>
                </a:solidFill>
              </a:defRPr>
            </a:lvl6pPr>
            <a:lvl7pPr algn="l">
              <a:defRPr sz="900" b="0">
                <a:solidFill>
                  <a:srgbClr val="667085"/>
                </a:solidFill>
              </a:defRPr>
            </a:lvl7pPr>
            <a:lvl8pPr algn="l">
              <a:defRPr sz="900" b="0">
                <a:solidFill>
                  <a:srgbClr val="667085"/>
                </a:solidFill>
              </a:defRPr>
            </a:lvl8pPr>
            <a:lvl9pPr algn="l">
              <a:defRPr sz="900" b="0">
                <a:solidFill>
                  <a:srgbClr val="667085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Fase 2 · Demo académica · Datos ficticios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E1C5E6-B18F-4D13-B6F2-6E70B0477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900" b="1">
                <a:solidFill>
                  <a:srgbClr val="667085"/>
                </a:solidFill>
              </a:defRPr>
            </a:defPPr>
            <a:lvl1pPr algn="r">
              <a:defRPr sz="900" b="1">
                <a:solidFill>
                  <a:srgbClr val="667085"/>
                </a:solidFill>
              </a:defRPr>
            </a:lvl1pPr>
            <a:lvl2pPr algn="r">
              <a:defRPr sz="900" b="1">
                <a:solidFill>
                  <a:srgbClr val="667085"/>
                </a:solidFill>
              </a:defRPr>
            </a:lvl2pPr>
            <a:lvl3pPr algn="r">
              <a:defRPr sz="900" b="1">
                <a:solidFill>
                  <a:srgbClr val="667085"/>
                </a:solidFill>
              </a:defRPr>
            </a:lvl3pPr>
            <a:lvl4pPr algn="r">
              <a:defRPr sz="900" b="1">
                <a:solidFill>
                  <a:srgbClr val="667085"/>
                </a:solidFill>
              </a:defRPr>
            </a:lvl4pPr>
            <a:lvl5pPr algn="r">
              <a:defRPr sz="900" b="1">
                <a:solidFill>
                  <a:srgbClr val="667085"/>
                </a:solidFill>
              </a:defRPr>
            </a:lvl5pPr>
            <a:lvl6pPr algn="r">
              <a:defRPr sz="900" b="1">
                <a:solidFill>
                  <a:srgbClr val="667085"/>
                </a:solidFill>
              </a:defRPr>
            </a:lvl6pPr>
            <a:lvl7pPr algn="r">
              <a:defRPr sz="900" b="1">
                <a:solidFill>
                  <a:srgbClr val="667085"/>
                </a:solidFill>
              </a:defRPr>
            </a:lvl7pPr>
            <a:lvl8pPr algn="r">
              <a:defRPr sz="900" b="1">
                <a:solidFill>
                  <a:srgbClr val="667085"/>
                </a:solidFill>
              </a:defRPr>
            </a:lvl8pPr>
            <a:lvl9pPr algn="r">
              <a:defRPr sz="900" b="1">
                <a:solidFill>
                  <a:srgbClr val="667085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625089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34DFE9-451F-4EF9-94E2-5DCA60B0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1">
                <a:solidFill>
                  <a:srgbClr val="356DB5"/>
                </a:solidFill>
              </a:defRPr>
            </a:defPPr>
            <a:lvl1pPr algn="l">
              <a:defRPr sz="1050" b="1">
                <a:solidFill>
                  <a:srgbClr val="356DB5"/>
                </a:solidFill>
              </a:defRPr>
            </a:lvl1pPr>
            <a:lvl2pPr algn="l">
              <a:defRPr sz="1050" b="1">
                <a:solidFill>
                  <a:srgbClr val="356DB5"/>
                </a:solidFill>
              </a:defRPr>
            </a:lvl2pPr>
            <a:lvl3pPr algn="l">
              <a:defRPr sz="1050" b="1">
                <a:solidFill>
                  <a:srgbClr val="356DB5"/>
                </a:solidFill>
              </a:defRPr>
            </a:lvl3pPr>
            <a:lvl4pPr algn="l">
              <a:defRPr sz="1050" b="1">
                <a:solidFill>
                  <a:srgbClr val="356DB5"/>
                </a:solidFill>
              </a:defRPr>
            </a:lvl4pPr>
            <a:lvl5pPr algn="l">
              <a:defRPr sz="1050" b="1">
                <a:solidFill>
                  <a:srgbClr val="356DB5"/>
                </a:solidFill>
              </a:defRPr>
            </a:lvl5pPr>
            <a:lvl6pPr algn="l">
              <a:defRPr sz="1050" b="1">
                <a:solidFill>
                  <a:srgbClr val="356DB5"/>
                </a:solidFill>
              </a:defRPr>
            </a:lvl6pPr>
            <a:lvl7pPr algn="l">
              <a:defRPr sz="1050" b="1">
                <a:solidFill>
                  <a:srgbClr val="356DB5"/>
                </a:solidFill>
              </a:defRPr>
            </a:lvl7pPr>
            <a:lvl8pPr algn="l">
              <a:defRPr sz="1050" b="1">
                <a:solidFill>
                  <a:srgbClr val="356DB5"/>
                </a:solidFill>
              </a:defRPr>
            </a:lvl8pPr>
            <a:lvl9pPr algn="l">
              <a:defRPr sz="1050" b="1">
                <a:solidFill>
                  <a:srgbClr val="356DB5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356DB5"/>
                </a:solidFill>
              </a:defRPr>
            </a:pPr>
            <a:r>
              <a:rPr sz="1050" b="1">
                <a:solidFill>
                  <a:srgbClr val="356DB5"/>
                </a:solidFill>
              </a:rPr>
              <a:t>BEVSTACK · SERVICE DESK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8EED4D-B132-4C29-AF92-73C9F612A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000" b="1">
                <a:solidFill>
                  <a:srgbClr val="102743"/>
                </a:solidFill>
              </a:defRPr>
            </a:defPPr>
            <a:lvl1pPr algn="l">
              <a:defRPr sz="3000" b="1">
                <a:solidFill>
                  <a:srgbClr val="102743"/>
                </a:solidFill>
              </a:defRPr>
            </a:lvl1pPr>
            <a:lvl2pPr algn="l">
              <a:defRPr sz="3000" b="1">
                <a:solidFill>
                  <a:srgbClr val="102743"/>
                </a:solidFill>
              </a:defRPr>
            </a:lvl2pPr>
            <a:lvl3pPr algn="l">
              <a:defRPr sz="3000" b="1">
                <a:solidFill>
                  <a:srgbClr val="102743"/>
                </a:solidFill>
              </a:defRPr>
            </a:lvl3pPr>
            <a:lvl4pPr algn="l">
              <a:defRPr sz="3000" b="1">
                <a:solidFill>
                  <a:srgbClr val="102743"/>
                </a:solidFill>
              </a:defRPr>
            </a:lvl4pPr>
            <a:lvl5pPr algn="l">
              <a:defRPr sz="3000" b="1">
                <a:solidFill>
                  <a:srgbClr val="102743"/>
                </a:solidFill>
              </a:defRPr>
            </a:lvl5pPr>
            <a:lvl6pPr algn="l">
              <a:defRPr sz="3000" b="1">
                <a:solidFill>
                  <a:srgbClr val="102743"/>
                </a:solidFill>
              </a:defRPr>
            </a:lvl6pPr>
            <a:lvl7pPr algn="l">
              <a:defRPr sz="3000" b="1">
                <a:solidFill>
                  <a:srgbClr val="102743"/>
                </a:solidFill>
              </a:defRPr>
            </a:lvl7pPr>
            <a:lvl8pPr algn="l">
              <a:defRPr sz="3000" b="1">
                <a:solidFill>
                  <a:srgbClr val="102743"/>
                </a:solidFill>
              </a:defRPr>
            </a:lvl8pPr>
            <a:lvl9pPr algn="l">
              <a:defRPr sz="3000" b="1">
                <a:solidFill>
                  <a:srgbClr val="102743"/>
                </a:solidFill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02743"/>
                </a:solidFill>
              </a:defRPr>
            </a:pPr>
            <a:r>
              <a:rPr sz="3000" b="1">
                <a:solidFill>
                  <a:srgbClr val="102743"/>
                </a:solidFill>
              </a:rPr>
              <a:t>Volumen de tickets por categoría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972975-8E35-41E5-9EC0-E2E1FF673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6A049B-FAB0-48E0-A5C9-B8865F70F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667085"/>
                </a:solidFill>
              </a:defRPr>
            </a:defPPr>
            <a:lvl1pPr algn="l">
              <a:defRPr sz="1575" b="0">
                <a:solidFill>
                  <a:srgbClr val="667085"/>
                </a:solidFill>
              </a:defRPr>
            </a:lvl1pPr>
            <a:lvl2pPr algn="l">
              <a:defRPr sz="1575" b="0">
                <a:solidFill>
                  <a:srgbClr val="667085"/>
                </a:solidFill>
              </a:defRPr>
            </a:lvl2pPr>
            <a:lvl3pPr algn="l">
              <a:defRPr sz="1575" b="0">
                <a:solidFill>
                  <a:srgbClr val="667085"/>
                </a:solidFill>
              </a:defRPr>
            </a:lvl3pPr>
            <a:lvl4pPr algn="l">
              <a:defRPr sz="1575" b="0">
                <a:solidFill>
                  <a:srgbClr val="667085"/>
                </a:solidFill>
              </a:defRPr>
            </a:lvl4pPr>
            <a:lvl5pPr algn="l">
              <a:defRPr sz="1575" b="0">
                <a:solidFill>
                  <a:srgbClr val="667085"/>
                </a:solidFill>
              </a:defRPr>
            </a:lvl5pPr>
            <a:lvl6pPr algn="l">
              <a:defRPr sz="1575" b="0">
                <a:solidFill>
                  <a:srgbClr val="667085"/>
                </a:solidFill>
              </a:defRPr>
            </a:lvl6pPr>
            <a:lvl7pPr algn="l">
              <a:defRPr sz="1575" b="0">
                <a:solidFill>
                  <a:srgbClr val="667085"/>
                </a:solidFill>
              </a:defRPr>
            </a:lvl7pPr>
            <a:lvl8pPr algn="l">
              <a:defRPr sz="1575" b="0">
                <a:solidFill>
                  <a:srgbClr val="667085"/>
                </a:solidFill>
              </a:defRPr>
            </a:lvl8pPr>
            <a:lvl9pPr algn="l">
              <a:defRPr sz="1575" b="0">
                <a:solidFill>
                  <a:srgbClr val="667085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67085"/>
                </a:solidFill>
              </a:defRPr>
            </a:pPr>
            <a:r>
              <a:rPr sz="1575" b="0">
                <a:solidFill>
                  <a:srgbClr val="667085"/>
                </a:solidFill>
              </a:rPr>
              <a:t>La gráfica separa incidentes de solicitudes para no mezclar objetivos de atención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AA306587-DF7E-490F-9A56-E6A3DEA3D9EB}"/>
              </a:ext>
            </a:extLst>
          </p:cNvPr>
          <p:cNvGraphicFramePr/>
          <p:nvPr/>
        </p:nvGraphicFramePr>
        <p:xfrm>
          <a:off xmlns:a="http://schemas.openxmlformats.org/drawingml/2006/main" x="619125" y="1981200"/>
          <a:ext xmlns:a="http://schemas.openxmlformats.org/drawingml/2006/main" cx="78105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361c5a7a022423a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BA679B-E0E5-48F3-ADCD-1E327B4BC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09800"/>
            <a:ext cx="2724150" cy="28765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AF0F8"/>
          </a:solidFill>
          <a:ln xmlns:a="http://schemas.openxmlformats.org/drawingml/2006/main" w="9525">
            <a:solidFill>
              <a:srgbClr val="D7E3F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E30D94-8F8A-40B1-890D-40F448886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428875"/>
            <a:ext cx="223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1">
                <a:solidFill>
                  <a:srgbClr val="356DB5"/>
                </a:solidFill>
              </a:defRPr>
            </a:defPPr>
            <a:lvl1pPr algn="l">
              <a:defRPr sz="975" b="1">
                <a:solidFill>
                  <a:srgbClr val="356DB5"/>
                </a:solidFill>
              </a:defRPr>
            </a:lvl1pPr>
            <a:lvl2pPr algn="l">
              <a:defRPr sz="975" b="1">
                <a:solidFill>
                  <a:srgbClr val="356DB5"/>
                </a:solidFill>
              </a:defRPr>
            </a:lvl2pPr>
            <a:lvl3pPr algn="l">
              <a:defRPr sz="975" b="1">
                <a:solidFill>
                  <a:srgbClr val="356DB5"/>
                </a:solidFill>
              </a:defRPr>
            </a:lvl3pPr>
            <a:lvl4pPr algn="l">
              <a:defRPr sz="975" b="1">
                <a:solidFill>
                  <a:srgbClr val="356DB5"/>
                </a:solidFill>
              </a:defRPr>
            </a:lvl4pPr>
            <a:lvl5pPr algn="l">
              <a:defRPr sz="975" b="1">
                <a:solidFill>
                  <a:srgbClr val="356DB5"/>
                </a:solidFill>
              </a:defRPr>
            </a:lvl5pPr>
            <a:lvl6pPr algn="l">
              <a:defRPr sz="975" b="1">
                <a:solidFill>
                  <a:srgbClr val="356DB5"/>
                </a:solidFill>
              </a:defRPr>
            </a:lvl6pPr>
            <a:lvl7pPr algn="l">
              <a:defRPr sz="975" b="1">
                <a:solidFill>
                  <a:srgbClr val="356DB5"/>
                </a:solidFill>
              </a:defRPr>
            </a:lvl7pPr>
            <a:lvl8pPr algn="l">
              <a:defRPr sz="975" b="1">
                <a:solidFill>
                  <a:srgbClr val="356DB5"/>
                </a:solidFill>
              </a:defRPr>
            </a:lvl8pPr>
            <a:lvl9pPr algn="l">
              <a:defRPr sz="975" b="1">
                <a:solidFill>
                  <a:srgbClr val="356DB5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356DB5"/>
                </a:solidFill>
              </a:defRPr>
            </a:pPr>
            <a:r>
              <a:rPr sz="975" b="1">
                <a:solidFill>
                  <a:srgbClr val="356DB5"/>
                </a:solidFill>
              </a:rPr>
              <a:t>LECTURA DE LA DEMO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122EEC-64D4-4E18-8FAF-F9863789A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895600"/>
            <a:ext cx="2238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17365D"/>
                </a:solidFill>
              </a:defRPr>
            </a:defPPr>
            <a:lvl1pPr algn="l">
              <a:defRPr sz="1875" b="1">
                <a:solidFill>
                  <a:srgbClr val="17365D"/>
                </a:solidFill>
              </a:defRPr>
            </a:lvl1pPr>
            <a:lvl2pPr algn="l">
              <a:defRPr sz="1875" b="1">
                <a:solidFill>
                  <a:srgbClr val="17365D"/>
                </a:solidFill>
              </a:defRPr>
            </a:lvl2pPr>
            <a:lvl3pPr algn="l">
              <a:defRPr sz="1875" b="1">
                <a:solidFill>
                  <a:srgbClr val="17365D"/>
                </a:solidFill>
              </a:defRPr>
            </a:lvl3pPr>
            <a:lvl4pPr algn="l">
              <a:defRPr sz="1875" b="1">
                <a:solidFill>
                  <a:srgbClr val="17365D"/>
                </a:solidFill>
              </a:defRPr>
            </a:lvl4pPr>
            <a:lvl5pPr algn="l">
              <a:defRPr sz="1875" b="1">
                <a:solidFill>
                  <a:srgbClr val="17365D"/>
                </a:solidFill>
              </a:defRPr>
            </a:lvl5pPr>
            <a:lvl6pPr algn="l">
              <a:defRPr sz="1875" b="1">
                <a:solidFill>
                  <a:srgbClr val="17365D"/>
                </a:solidFill>
              </a:defRPr>
            </a:lvl6pPr>
            <a:lvl7pPr algn="l">
              <a:defRPr sz="1875" b="1">
                <a:solidFill>
                  <a:srgbClr val="17365D"/>
                </a:solidFill>
              </a:defRPr>
            </a:lvl7pPr>
            <a:lvl8pPr algn="l">
              <a:defRPr sz="1875" b="1">
                <a:solidFill>
                  <a:srgbClr val="17365D"/>
                </a:solidFill>
              </a:defRPr>
            </a:lvl8pPr>
            <a:lvl9pPr algn="l">
              <a:defRPr sz="1875" b="1">
                <a:solidFill>
                  <a:srgbClr val="17365D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7365D"/>
                </a:solidFill>
              </a:defRPr>
            </a:pPr>
            <a:r>
              <a:rPr sz="1875" b="1">
                <a:solidFill>
                  <a:srgbClr val="17365D"/>
                </a:solidFill>
              </a:rPr>
              <a:t>10 tickets ficticios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DA9BDD-BA1D-4A6B-A065-22A534506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571875"/>
            <a:ext cx="2190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101828"/>
                </a:solidFill>
              </a:defRPr>
            </a:defPPr>
            <a:lvl1pPr algn="l">
              <a:defRPr sz="1275" b="1">
                <a:solidFill>
                  <a:srgbClr val="101828"/>
                </a:solidFill>
              </a:defRPr>
            </a:lvl1pPr>
            <a:lvl2pPr algn="l">
              <a:defRPr sz="1275" b="1">
                <a:solidFill>
                  <a:srgbClr val="101828"/>
                </a:solidFill>
              </a:defRPr>
            </a:lvl2pPr>
            <a:lvl3pPr algn="l">
              <a:defRPr sz="1275" b="1">
                <a:solidFill>
                  <a:srgbClr val="101828"/>
                </a:solidFill>
              </a:defRPr>
            </a:lvl3pPr>
            <a:lvl4pPr algn="l">
              <a:defRPr sz="1275" b="1">
                <a:solidFill>
                  <a:srgbClr val="101828"/>
                </a:solidFill>
              </a:defRPr>
            </a:lvl4pPr>
            <a:lvl5pPr algn="l">
              <a:defRPr sz="1275" b="1">
                <a:solidFill>
                  <a:srgbClr val="101828"/>
                </a:solidFill>
              </a:defRPr>
            </a:lvl5pPr>
            <a:lvl6pPr algn="l">
              <a:defRPr sz="1275" b="1">
                <a:solidFill>
                  <a:srgbClr val="101828"/>
                </a:solidFill>
              </a:defRPr>
            </a:lvl6pPr>
            <a:lvl7pPr algn="l">
              <a:defRPr sz="1275" b="1">
                <a:solidFill>
                  <a:srgbClr val="101828"/>
                </a:solidFill>
              </a:defRPr>
            </a:lvl7pPr>
            <a:lvl8pPr algn="l">
              <a:defRPr sz="1275" b="1">
                <a:solidFill>
                  <a:srgbClr val="101828"/>
                </a:solidFill>
              </a:defRPr>
            </a:lvl8pPr>
            <a:lvl9pPr algn="l">
              <a:defRPr sz="1275" b="1">
                <a:solidFill>
                  <a:srgbClr val="101828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01828"/>
                </a:solidFill>
              </a:defRPr>
            </a:pPr>
            <a:r>
              <a:rPr sz="1275" b="1">
                <a:solidFill>
                  <a:srgbClr val="101828"/>
                </a:solidFill>
              </a:rPr>
              <a:t>5 incidentes</a:t>
            </a:r>
          </a:p>
          <a:p xmlns:a="http://schemas.openxmlformats.org/drawingml/2006/main">
            <a:pPr algn="l">
              <a:defRPr sz="1275" b="1">
                <a:solidFill>
                  <a:srgbClr val="101828"/>
                </a:solidFill>
              </a:defRPr>
            </a:pPr>
            <a:r>
              <a:rPr sz="1275" b="1">
                <a:solidFill>
                  <a:srgbClr val="101828"/>
                </a:solidFill>
              </a:rPr>
              <a:t>5 solicitudes</a:t>
            </a:r>
          </a:p>
          <a:p xmlns:a="http://schemas.openxmlformats.org/drawingml/2006/main">
            <a:pPr algn="l">
              <a:defRPr sz="1275" b="1">
                <a:solidFill>
                  <a:srgbClr val="101828"/>
                </a:solidFill>
              </a:defRPr>
            </a:pPr>
            <a:r>
              <a:rPr sz="1275" b="1">
                <a:solidFill>
                  <a:srgbClr val="101828"/>
                </a:solidFill>
              </a:rPr>
              <a:t>Pago sin pedido: 2 casos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0DD308-5FE8-4D41-AA0F-072CDE7D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572000"/>
            <a:ext cx="2219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7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B00F7E-9009-4A47-A61F-660F25DC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743450"/>
            <a:ext cx="2238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667085"/>
                </a:solidFill>
              </a:defRPr>
            </a:defPPr>
            <a:lvl1pPr algn="l">
              <a:defRPr sz="1125" b="0">
                <a:solidFill>
                  <a:srgbClr val="667085"/>
                </a:solidFill>
              </a:defRPr>
            </a:lvl1pPr>
            <a:lvl2pPr algn="l">
              <a:defRPr sz="1125" b="0">
                <a:solidFill>
                  <a:srgbClr val="667085"/>
                </a:solidFill>
              </a:defRPr>
            </a:lvl2pPr>
            <a:lvl3pPr algn="l">
              <a:defRPr sz="1125" b="0">
                <a:solidFill>
                  <a:srgbClr val="667085"/>
                </a:solidFill>
              </a:defRPr>
            </a:lvl3pPr>
            <a:lvl4pPr algn="l">
              <a:defRPr sz="1125" b="0">
                <a:solidFill>
                  <a:srgbClr val="667085"/>
                </a:solidFill>
              </a:defRPr>
            </a:lvl4pPr>
            <a:lvl5pPr algn="l">
              <a:defRPr sz="1125" b="0">
                <a:solidFill>
                  <a:srgbClr val="667085"/>
                </a:solidFill>
              </a:defRPr>
            </a:lvl5pPr>
            <a:lvl6pPr algn="l">
              <a:defRPr sz="1125" b="0">
                <a:solidFill>
                  <a:srgbClr val="667085"/>
                </a:solidFill>
              </a:defRPr>
            </a:lvl6pPr>
            <a:lvl7pPr algn="l">
              <a:defRPr sz="1125" b="0">
                <a:solidFill>
                  <a:srgbClr val="667085"/>
                </a:solidFill>
              </a:defRPr>
            </a:lvl7pPr>
            <a:lvl8pPr algn="l">
              <a:defRPr sz="1125" b="0">
                <a:solidFill>
                  <a:srgbClr val="667085"/>
                </a:solidFill>
              </a:defRPr>
            </a:lvl8pPr>
            <a:lvl9pPr algn="l">
              <a:defRPr sz="1125" b="0">
                <a:solidFill>
                  <a:srgbClr val="667085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La gráfica se actualiza desde el registro local.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2086FC-A695-4759-A245-C9B788E72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95975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0">
                <a:solidFill>
                  <a:srgbClr val="667085"/>
                </a:solidFill>
              </a:defRPr>
            </a:defPPr>
            <a:lvl1pPr algn="l">
              <a:defRPr sz="1050" b="0">
                <a:solidFill>
                  <a:srgbClr val="667085"/>
                </a:solidFill>
              </a:defRPr>
            </a:lvl1pPr>
            <a:lvl2pPr algn="l">
              <a:defRPr sz="1050" b="0">
                <a:solidFill>
                  <a:srgbClr val="667085"/>
                </a:solidFill>
              </a:defRPr>
            </a:lvl2pPr>
            <a:lvl3pPr algn="l">
              <a:defRPr sz="1050" b="0">
                <a:solidFill>
                  <a:srgbClr val="667085"/>
                </a:solidFill>
              </a:defRPr>
            </a:lvl3pPr>
            <a:lvl4pPr algn="l">
              <a:defRPr sz="1050" b="0">
                <a:solidFill>
                  <a:srgbClr val="667085"/>
                </a:solidFill>
              </a:defRPr>
            </a:lvl4pPr>
            <a:lvl5pPr algn="l">
              <a:defRPr sz="1050" b="0">
                <a:solidFill>
                  <a:srgbClr val="667085"/>
                </a:solidFill>
              </a:defRPr>
            </a:lvl5pPr>
            <a:lvl6pPr algn="l">
              <a:defRPr sz="1050" b="0">
                <a:solidFill>
                  <a:srgbClr val="667085"/>
                </a:solidFill>
              </a:defRPr>
            </a:lvl6pPr>
            <a:lvl7pPr algn="l">
              <a:defRPr sz="1050" b="0">
                <a:solidFill>
                  <a:srgbClr val="667085"/>
                </a:solidFill>
              </a:defRPr>
            </a:lvl7pPr>
            <a:lvl8pPr algn="l">
              <a:defRPr sz="1050" b="0">
                <a:solidFill>
                  <a:srgbClr val="667085"/>
                </a:solidFill>
              </a:defRPr>
            </a:lvl8pPr>
            <a:lvl9pPr algn="l">
              <a:defRPr sz="1050" b="0">
                <a:solidFill>
                  <a:srgbClr val="667085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Datos de semilla del prototipo; al crear tickets, los conteos cambian.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EAC6C5-E151-445E-A5A7-33728546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00" b="0">
                <a:solidFill>
                  <a:srgbClr val="667085"/>
                </a:solidFill>
              </a:defRPr>
            </a:defPPr>
            <a:lvl1pPr algn="l">
              <a:defRPr sz="900" b="0">
                <a:solidFill>
                  <a:srgbClr val="667085"/>
                </a:solidFill>
              </a:defRPr>
            </a:lvl1pPr>
            <a:lvl2pPr algn="l">
              <a:defRPr sz="900" b="0">
                <a:solidFill>
                  <a:srgbClr val="667085"/>
                </a:solidFill>
              </a:defRPr>
            </a:lvl2pPr>
            <a:lvl3pPr algn="l">
              <a:defRPr sz="900" b="0">
                <a:solidFill>
                  <a:srgbClr val="667085"/>
                </a:solidFill>
              </a:defRPr>
            </a:lvl3pPr>
            <a:lvl4pPr algn="l">
              <a:defRPr sz="900" b="0">
                <a:solidFill>
                  <a:srgbClr val="667085"/>
                </a:solidFill>
              </a:defRPr>
            </a:lvl4pPr>
            <a:lvl5pPr algn="l">
              <a:defRPr sz="900" b="0">
                <a:solidFill>
                  <a:srgbClr val="667085"/>
                </a:solidFill>
              </a:defRPr>
            </a:lvl5pPr>
            <a:lvl6pPr algn="l">
              <a:defRPr sz="900" b="0">
                <a:solidFill>
                  <a:srgbClr val="667085"/>
                </a:solidFill>
              </a:defRPr>
            </a:lvl6pPr>
            <a:lvl7pPr algn="l">
              <a:defRPr sz="900" b="0">
                <a:solidFill>
                  <a:srgbClr val="667085"/>
                </a:solidFill>
              </a:defRPr>
            </a:lvl7pPr>
            <a:lvl8pPr algn="l">
              <a:defRPr sz="900" b="0">
                <a:solidFill>
                  <a:srgbClr val="667085"/>
                </a:solidFill>
              </a:defRPr>
            </a:lvl8pPr>
            <a:lvl9pPr algn="l">
              <a:defRPr sz="900" b="0">
                <a:solidFill>
                  <a:srgbClr val="667085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Fase 2 · Demo académica · Datos ficticios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285029-3154-49E6-842A-2F8DB22A5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900" b="1">
                <a:solidFill>
                  <a:srgbClr val="667085"/>
                </a:solidFill>
              </a:defRPr>
            </a:defPPr>
            <a:lvl1pPr algn="r">
              <a:defRPr sz="900" b="1">
                <a:solidFill>
                  <a:srgbClr val="667085"/>
                </a:solidFill>
              </a:defRPr>
            </a:lvl1pPr>
            <a:lvl2pPr algn="r">
              <a:defRPr sz="900" b="1">
                <a:solidFill>
                  <a:srgbClr val="667085"/>
                </a:solidFill>
              </a:defRPr>
            </a:lvl2pPr>
            <a:lvl3pPr algn="r">
              <a:defRPr sz="900" b="1">
                <a:solidFill>
                  <a:srgbClr val="667085"/>
                </a:solidFill>
              </a:defRPr>
            </a:lvl3pPr>
            <a:lvl4pPr algn="r">
              <a:defRPr sz="900" b="1">
                <a:solidFill>
                  <a:srgbClr val="667085"/>
                </a:solidFill>
              </a:defRPr>
            </a:lvl4pPr>
            <a:lvl5pPr algn="r">
              <a:defRPr sz="900" b="1">
                <a:solidFill>
                  <a:srgbClr val="667085"/>
                </a:solidFill>
              </a:defRPr>
            </a:lvl5pPr>
            <a:lvl6pPr algn="r">
              <a:defRPr sz="900" b="1">
                <a:solidFill>
                  <a:srgbClr val="667085"/>
                </a:solidFill>
              </a:defRPr>
            </a:lvl6pPr>
            <a:lvl7pPr algn="r">
              <a:defRPr sz="900" b="1">
                <a:solidFill>
                  <a:srgbClr val="667085"/>
                </a:solidFill>
              </a:defRPr>
            </a:lvl7pPr>
            <a:lvl8pPr algn="r">
              <a:defRPr sz="900" b="1">
                <a:solidFill>
                  <a:srgbClr val="667085"/>
                </a:solidFill>
              </a:defRPr>
            </a:lvl8pPr>
            <a:lvl9pPr algn="r">
              <a:defRPr sz="900" b="1">
                <a:solidFill>
                  <a:srgbClr val="667085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12132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303DB8-73FB-4F25-AB03-3A0A8DAB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1">
                <a:solidFill>
                  <a:srgbClr val="356DB5"/>
                </a:solidFill>
              </a:defRPr>
            </a:defPPr>
            <a:lvl1pPr algn="l">
              <a:defRPr sz="1050" b="1">
                <a:solidFill>
                  <a:srgbClr val="356DB5"/>
                </a:solidFill>
              </a:defRPr>
            </a:lvl1pPr>
            <a:lvl2pPr algn="l">
              <a:defRPr sz="1050" b="1">
                <a:solidFill>
                  <a:srgbClr val="356DB5"/>
                </a:solidFill>
              </a:defRPr>
            </a:lvl2pPr>
            <a:lvl3pPr algn="l">
              <a:defRPr sz="1050" b="1">
                <a:solidFill>
                  <a:srgbClr val="356DB5"/>
                </a:solidFill>
              </a:defRPr>
            </a:lvl3pPr>
            <a:lvl4pPr algn="l">
              <a:defRPr sz="1050" b="1">
                <a:solidFill>
                  <a:srgbClr val="356DB5"/>
                </a:solidFill>
              </a:defRPr>
            </a:lvl4pPr>
            <a:lvl5pPr algn="l">
              <a:defRPr sz="1050" b="1">
                <a:solidFill>
                  <a:srgbClr val="356DB5"/>
                </a:solidFill>
              </a:defRPr>
            </a:lvl5pPr>
            <a:lvl6pPr algn="l">
              <a:defRPr sz="1050" b="1">
                <a:solidFill>
                  <a:srgbClr val="356DB5"/>
                </a:solidFill>
              </a:defRPr>
            </a:lvl6pPr>
            <a:lvl7pPr algn="l">
              <a:defRPr sz="1050" b="1">
                <a:solidFill>
                  <a:srgbClr val="356DB5"/>
                </a:solidFill>
              </a:defRPr>
            </a:lvl7pPr>
            <a:lvl8pPr algn="l">
              <a:defRPr sz="1050" b="1">
                <a:solidFill>
                  <a:srgbClr val="356DB5"/>
                </a:solidFill>
              </a:defRPr>
            </a:lvl8pPr>
            <a:lvl9pPr algn="l">
              <a:defRPr sz="1050" b="1">
                <a:solidFill>
                  <a:srgbClr val="356DB5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356DB5"/>
                </a:solidFill>
              </a:defRPr>
            </a:pPr>
            <a:r>
              <a:rPr sz="1050" b="1">
                <a:solidFill>
                  <a:srgbClr val="356DB5"/>
                </a:solidFill>
              </a:rPr>
              <a:t>BEVSTACK · SERVICE DESK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40D82A-D947-4B99-88CE-12A70810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000" b="1">
                <a:solidFill>
                  <a:srgbClr val="102743"/>
                </a:solidFill>
              </a:defRPr>
            </a:defPPr>
            <a:lvl1pPr algn="l">
              <a:defRPr sz="3000" b="1">
                <a:solidFill>
                  <a:srgbClr val="102743"/>
                </a:solidFill>
              </a:defRPr>
            </a:lvl1pPr>
            <a:lvl2pPr algn="l">
              <a:defRPr sz="3000" b="1">
                <a:solidFill>
                  <a:srgbClr val="102743"/>
                </a:solidFill>
              </a:defRPr>
            </a:lvl2pPr>
            <a:lvl3pPr algn="l">
              <a:defRPr sz="3000" b="1">
                <a:solidFill>
                  <a:srgbClr val="102743"/>
                </a:solidFill>
              </a:defRPr>
            </a:lvl3pPr>
            <a:lvl4pPr algn="l">
              <a:defRPr sz="3000" b="1">
                <a:solidFill>
                  <a:srgbClr val="102743"/>
                </a:solidFill>
              </a:defRPr>
            </a:lvl4pPr>
            <a:lvl5pPr algn="l">
              <a:defRPr sz="3000" b="1">
                <a:solidFill>
                  <a:srgbClr val="102743"/>
                </a:solidFill>
              </a:defRPr>
            </a:lvl5pPr>
            <a:lvl6pPr algn="l">
              <a:defRPr sz="3000" b="1">
                <a:solidFill>
                  <a:srgbClr val="102743"/>
                </a:solidFill>
              </a:defRPr>
            </a:lvl6pPr>
            <a:lvl7pPr algn="l">
              <a:defRPr sz="3000" b="1">
                <a:solidFill>
                  <a:srgbClr val="102743"/>
                </a:solidFill>
              </a:defRPr>
            </a:lvl7pPr>
            <a:lvl8pPr algn="l">
              <a:defRPr sz="3000" b="1">
                <a:solidFill>
                  <a:srgbClr val="102743"/>
                </a:solidFill>
              </a:defRPr>
            </a:lvl8pPr>
            <a:lvl9pPr algn="l">
              <a:defRPr sz="3000" b="1">
                <a:solidFill>
                  <a:srgbClr val="102743"/>
                </a:solidFill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02743"/>
                </a:solidFill>
              </a:defRPr>
            </a:pPr>
            <a:r>
              <a:rPr sz="3000" b="1">
                <a:solidFill>
                  <a:srgbClr val="102743"/>
                </a:solidFill>
              </a:rPr>
              <a:t>Mapa de problemas y señales de recurrencia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99E6D3-3124-412F-933E-EE955FAB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BAE5DB-F2D2-4759-A122-B55A819D9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667085"/>
                </a:solidFill>
              </a:defRPr>
            </a:defPPr>
            <a:lvl1pPr algn="l">
              <a:defRPr sz="1575" b="0">
                <a:solidFill>
                  <a:srgbClr val="667085"/>
                </a:solidFill>
              </a:defRPr>
            </a:lvl1pPr>
            <a:lvl2pPr algn="l">
              <a:defRPr sz="1575" b="0">
                <a:solidFill>
                  <a:srgbClr val="667085"/>
                </a:solidFill>
              </a:defRPr>
            </a:lvl2pPr>
            <a:lvl3pPr algn="l">
              <a:defRPr sz="1575" b="0">
                <a:solidFill>
                  <a:srgbClr val="667085"/>
                </a:solidFill>
              </a:defRPr>
            </a:lvl3pPr>
            <a:lvl4pPr algn="l">
              <a:defRPr sz="1575" b="0">
                <a:solidFill>
                  <a:srgbClr val="667085"/>
                </a:solidFill>
              </a:defRPr>
            </a:lvl4pPr>
            <a:lvl5pPr algn="l">
              <a:defRPr sz="1575" b="0">
                <a:solidFill>
                  <a:srgbClr val="667085"/>
                </a:solidFill>
              </a:defRPr>
            </a:lvl5pPr>
            <a:lvl6pPr algn="l">
              <a:defRPr sz="1575" b="0">
                <a:solidFill>
                  <a:srgbClr val="667085"/>
                </a:solidFill>
              </a:defRPr>
            </a:lvl6pPr>
            <a:lvl7pPr algn="l">
              <a:defRPr sz="1575" b="0">
                <a:solidFill>
                  <a:srgbClr val="667085"/>
                </a:solidFill>
              </a:defRPr>
            </a:lvl7pPr>
            <a:lvl8pPr algn="l">
              <a:defRPr sz="1575" b="0">
                <a:solidFill>
                  <a:srgbClr val="667085"/>
                </a:solidFill>
              </a:defRPr>
            </a:lvl8pPr>
            <a:lvl9pPr algn="l">
              <a:defRPr sz="1575" b="0">
                <a:solidFill>
                  <a:srgbClr val="667085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67085"/>
                </a:solidFill>
              </a:defRPr>
            </a:pPr>
            <a:r>
              <a:rPr sz="1575" b="0">
                <a:solidFill>
                  <a:srgbClr val="667085"/>
                </a:solidFill>
              </a:rPr>
              <a:t>Un patrón ayuda a investigar; la categoría por sí sola no confirma causa raíz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F43D034D-2B5E-43E0-B5C4-09786D03FF4C}"/>
              </a:ext>
            </a:extLst>
          </p:cNvPr>
          <p:cNvGraphicFramePr/>
          <p:nvPr/>
        </p:nvGraphicFramePr>
        <p:xfrm>
          <a:off xmlns:a="http://schemas.openxmlformats.org/drawingml/2006/main" x="609600" y="1981200"/>
          <a:ext xmlns:a="http://schemas.openxmlformats.org/drawingml/2006/main" cx="66675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c8fb1bec29d44dc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93662D-6947-4BFA-98C7-72E7A5B4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981200"/>
            <a:ext cx="3924300" cy="3429000"/>
          </a:xfrm>
          <a:prstGeom xmlns:a="http://schemas.openxmlformats.org/drawingml/2006/main" prst="roundRect">
            <a:avLst>
              <a:gd name="adj" fmla="val 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23020E-D23E-4636-A8F2-9BCEA346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098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1">
                <a:solidFill>
                  <a:srgbClr val="356DB5"/>
                </a:solidFill>
              </a:defRPr>
            </a:defPPr>
            <a:lvl1pPr algn="l">
              <a:defRPr sz="975" b="1">
                <a:solidFill>
                  <a:srgbClr val="356DB5"/>
                </a:solidFill>
              </a:defRPr>
            </a:lvl1pPr>
            <a:lvl2pPr algn="l">
              <a:defRPr sz="975" b="1">
                <a:solidFill>
                  <a:srgbClr val="356DB5"/>
                </a:solidFill>
              </a:defRPr>
            </a:lvl2pPr>
            <a:lvl3pPr algn="l">
              <a:defRPr sz="975" b="1">
                <a:solidFill>
                  <a:srgbClr val="356DB5"/>
                </a:solidFill>
              </a:defRPr>
            </a:lvl3pPr>
            <a:lvl4pPr algn="l">
              <a:defRPr sz="975" b="1">
                <a:solidFill>
                  <a:srgbClr val="356DB5"/>
                </a:solidFill>
              </a:defRPr>
            </a:lvl4pPr>
            <a:lvl5pPr algn="l">
              <a:defRPr sz="975" b="1">
                <a:solidFill>
                  <a:srgbClr val="356DB5"/>
                </a:solidFill>
              </a:defRPr>
            </a:lvl5pPr>
            <a:lvl6pPr algn="l">
              <a:defRPr sz="975" b="1">
                <a:solidFill>
                  <a:srgbClr val="356DB5"/>
                </a:solidFill>
              </a:defRPr>
            </a:lvl6pPr>
            <a:lvl7pPr algn="l">
              <a:defRPr sz="975" b="1">
                <a:solidFill>
                  <a:srgbClr val="356DB5"/>
                </a:solidFill>
              </a:defRPr>
            </a:lvl7pPr>
            <a:lvl8pPr algn="l">
              <a:defRPr sz="975" b="1">
                <a:solidFill>
                  <a:srgbClr val="356DB5"/>
                </a:solidFill>
              </a:defRPr>
            </a:lvl8pPr>
            <a:lvl9pPr algn="l">
              <a:defRPr sz="975" b="1">
                <a:solidFill>
                  <a:srgbClr val="356DB5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356DB5"/>
                </a:solidFill>
              </a:defRPr>
            </a:pPr>
            <a:r>
              <a:rPr sz="975" b="1">
                <a:solidFill>
                  <a:srgbClr val="356DB5"/>
                </a:solidFill>
              </a:rPr>
              <a:t>PRIORIDAD PROVISIONAL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098955-9371-4694-8828-F30DC8DA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90800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17365D"/>
                </a:solidFill>
              </a:defRPr>
            </a:defPPr>
            <a:lvl1pPr algn="l">
              <a:defRPr sz="1725" b="1">
                <a:solidFill>
                  <a:srgbClr val="17365D"/>
                </a:solidFill>
              </a:defRPr>
            </a:lvl1pPr>
            <a:lvl2pPr algn="l">
              <a:defRPr sz="1725" b="1">
                <a:solidFill>
                  <a:srgbClr val="17365D"/>
                </a:solidFill>
              </a:defRPr>
            </a:lvl2pPr>
            <a:lvl3pPr algn="l">
              <a:defRPr sz="1725" b="1">
                <a:solidFill>
                  <a:srgbClr val="17365D"/>
                </a:solidFill>
              </a:defRPr>
            </a:lvl3pPr>
            <a:lvl4pPr algn="l">
              <a:defRPr sz="1725" b="1">
                <a:solidFill>
                  <a:srgbClr val="17365D"/>
                </a:solidFill>
              </a:defRPr>
            </a:lvl4pPr>
            <a:lvl5pPr algn="l">
              <a:defRPr sz="1725" b="1">
                <a:solidFill>
                  <a:srgbClr val="17365D"/>
                </a:solidFill>
              </a:defRPr>
            </a:lvl5pPr>
            <a:lvl6pPr algn="l">
              <a:defRPr sz="1725" b="1">
                <a:solidFill>
                  <a:srgbClr val="17365D"/>
                </a:solidFill>
              </a:defRPr>
            </a:lvl6pPr>
            <a:lvl7pPr algn="l">
              <a:defRPr sz="1725" b="1">
                <a:solidFill>
                  <a:srgbClr val="17365D"/>
                </a:solidFill>
              </a:defRPr>
            </a:lvl7pPr>
            <a:lvl8pPr algn="l">
              <a:defRPr sz="1725" b="1">
                <a:solidFill>
                  <a:srgbClr val="17365D"/>
                </a:solidFill>
              </a:defRPr>
            </a:lvl8pPr>
            <a:lvl9pPr algn="l">
              <a:defRPr sz="1725" b="1">
                <a:solidFill>
                  <a:srgbClr val="17365D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7365D"/>
                </a:solidFill>
              </a:defRPr>
            </a:pPr>
            <a:r>
              <a:rPr sz="1725" b="1">
                <a:solidFill>
                  <a:srgbClr val="17365D"/>
                </a:solidFill>
              </a:rPr>
              <a:t>Pago sin pedido · P1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C02E18-A18B-418E-9C0C-475AF15F6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95625"/>
            <a:ext cx="333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101828"/>
                </a:solidFill>
              </a:defRPr>
            </a:defPPr>
            <a:lvl1pPr algn="l">
              <a:defRPr sz="1275" b="0">
                <a:solidFill>
                  <a:srgbClr val="101828"/>
                </a:solidFill>
              </a:defRPr>
            </a:lvl1pPr>
            <a:lvl2pPr algn="l">
              <a:defRPr sz="1275" b="0">
                <a:solidFill>
                  <a:srgbClr val="101828"/>
                </a:solidFill>
              </a:defRPr>
            </a:lvl2pPr>
            <a:lvl3pPr algn="l">
              <a:defRPr sz="1275" b="0">
                <a:solidFill>
                  <a:srgbClr val="101828"/>
                </a:solidFill>
              </a:defRPr>
            </a:lvl3pPr>
            <a:lvl4pPr algn="l">
              <a:defRPr sz="1275" b="0">
                <a:solidFill>
                  <a:srgbClr val="101828"/>
                </a:solidFill>
              </a:defRPr>
            </a:lvl4pPr>
            <a:lvl5pPr algn="l">
              <a:defRPr sz="1275" b="0">
                <a:solidFill>
                  <a:srgbClr val="101828"/>
                </a:solidFill>
              </a:defRPr>
            </a:lvl5pPr>
            <a:lvl6pPr algn="l">
              <a:defRPr sz="1275" b="0">
                <a:solidFill>
                  <a:srgbClr val="101828"/>
                </a:solidFill>
              </a:defRPr>
            </a:lvl6pPr>
            <a:lvl7pPr algn="l">
              <a:defRPr sz="1275" b="0">
                <a:solidFill>
                  <a:srgbClr val="101828"/>
                </a:solidFill>
              </a:defRPr>
            </a:lvl7pPr>
            <a:lvl8pPr algn="l">
              <a:defRPr sz="1275" b="0">
                <a:solidFill>
                  <a:srgbClr val="101828"/>
                </a:solidFill>
              </a:defRPr>
            </a:lvl8pPr>
            <a:lvl9pPr algn="l">
              <a:defRPr sz="1275" b="0">
                <a:solidFill>
                  <a:srgbClr val="101828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2 marcas afectadas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0 reaperturas en datos de semilla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2 incidentes relacionados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D00536-545A-473F-B68C-457998B0C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00500"/>
            <a:ext cx="331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1CF370-6679-42B0-8E33-5ABCDC3F9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00525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1">
                <a:solidFill>
                  <a:srgbClr val="667085"/>
                </a:solidFill>
              </a:defRPr>
            </a:defPPr>
            <a:lvl1pPr algn="l">
              <a:defRPr sz="975" b="1">
                <a:solidFill>
                  <a:srgbClr val="667085"/>
                </a:solidFill>
              </a:defRPr>
            </a:lvl1pPr>
            <a:lvl2pPr algn="l">
              <a:defRPr sz="975" b="1">
                <a:solidFill>
                  <a:srgbClr val="667085"/>
                </a:solidFill>
              </a:defRPr>
            </a:lvl2pPr>
            <a:lvl3pPr algn="l">
              <a:defRPr sz="975" b="1">
                <a:solidFill>
                  <a:srgbClr val="667085"/>
                </a:solidFill>
              </a:defRPr>
            </a:lvl3pPr>
            <a:lvl4pPr algn="l">
              <a:defRPr sz="975" b="1">
                <a:solidFill>
                  <a:srgbClr val="667085"/>
                </a:solidFill>
              </a:defRPr>
            </a:lvl4pPr>
            <a:lvl5pPr algn="l">
              <a:defRPr sz="975" b="1">
                <a:solidFill>
                  <a:srgbClr val="667085"/>
                </a:solidFill>
              </a:defRPr>
            </a:lvl5pPr>
            <a:lvl6pPr algn="l">
              <a:defRPr sz="975" b="1">
                <a:solidFill>
                  <a:srgbClr val="667085"/>
                </a:solidFill>
              </a:defRPr>
            </a:lvl6pPr>
            <a:lvl7pPr algn="l">
              <a:defRPr sz="975" b="1">
                <a:solidFill>
                  <a:srgbClr val="667085"/>
                </a:solidFill>
              </a:defRPr>
            </a:lvl7pPr>
            <a:lvl8pPr algn="l">
              <a:defRPr sz="975" b="1">
                <a:solidFill>
                  <a:srgbClr val="667085"/>
                </a:solidFill>
              </a:defRPr>
            </a:lvl8pPr>
            <a:lvl9pPr algn="l">
              <a:defRPr sz="975" b="1">
                <a:solidFill>
                  <a:srgbClr val="667085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Causa raíz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7EA2E9-D877-42CF-A483-60FC8F6D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1485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101828"/>
                </a:solidFill>
              </a:defRPr>
            </a:defPPr>
            <a:lvl1pPr algn="l">
              <a:defRPr sz="1275" b="0">
                <a:solidFill>
                  <a:srgbClr val="101828"/>
                </a:solidFill>
              </a:defRPr>
            </a:lvl1pPr>
            <a:lvl2pPr algn="l">
              <a:defRPr sz="1275" b="0">
                <a:solidFill>
                  <a:srgbClr val="101828"/>
                </a:solidFill>
              </a:defRPr>
            </a:lvl2pPr>
            <a:lvl3pPr algn="l">
              <a:defRPr sz="1275" b="0">
                <a:solidFill>
                  <a:srgbClr val="101828"/>
                </a:solidFill>
              </a:defRPr>
            </a:lvl3pPr>
            <a:lvl4pPr algn="l">
              <a:defRPr sz="1275" b="0">
                <a:solidFill>
                  <a:srgbClr val="101828"/>
                </a:solidFill>
              </a:defRPr>
            </a:lvl4pPr>
            <a:lvl5pPr algn="l">
              <a:defRPr sz="1275" b="0">
                <a:solidFill>
                  <a:srgbClr val="101828"/>
                </a:solidFill>
              </a:defRPr>
            </a:lvl5pPr>
            <a:lvl6pPr algn="l">
              <a:defRPr sz="1275" b="0">
                <a:solidFill>
                  <a:srgbClr val="101828"/>
                </a:solidFill>
              </a:defRPr>
            </a:lvl6pPr>
            <a:lvl7pPr algn="l">
              <a:defRPr sz="1275" b="0">
                <a:solidFill>
                  <a:srgbClr val="101828"/>
                </a:solidFill>
              </a:defRPr>
            </a:lvl7pPr>
            <a:lvl8pPr algn="l">
              <a:defRPr sz="1275" b="0">
                <a:solidFill>
                  <a:srgbClr val="101828"/>
                </a:solidFill>
              </a:defRPr>
            </a:lvl8pPr>
            <a:lvl9pPr algn="l">
              <a:defRPr sz="1275" b="0">
                <a:solidFill>
                  <a:srgbClr val="101828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Por determinar · requiere evidencia de Tech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E57430-1D00-4004-A17A-A3B68AB13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1093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7365D"/>
                </a:solidFill>
              </a:defRPr>
            </a:defPPr>
            <a:lvl1pPr algn="l">
              <a:defRPr sz="1125" b="1">
                <a:solidFill>
                  <a:srgbClr val="17365D"/>
                </a:solidFill>
              </a:defRPr>
            </a:lvl1pPr>
            <a:lvl2pPr algn="l">
              <a:defRPr sz="1125" b="1">
                <a:solidFill>
                  <a:srgbClr val="17365D"/>
                </a:solidFill>
              </a:defRPr>
            </a:lvl2pPr>
            <a:lvl3pPr algn="l">
              <a:defRPr sz="1125" b="1">
                <a:solidFill>
                  <a:srgbClr val="17365D"/>
                </a:solidFill>
              </a:defRPr>
            </a:lvl3pPr>
            <a:lvl4pPr algn="l">
              <a:defRPr sz="1125" b="1">
                <a:solidFill>
                  <a:srgbClr val="17365D"/>
                </a:solidFill>
              </a:defRPr>
            </a:lvl4pPr>
            <a:lvl5pPr algn="l">
              <a:defRPr sz="1125" b="1">
                <a:solidFill>
                  <a:srgbClr val="17365D"/>
                </a:solidFill>
              </a:defRPr>
            </a:lvl5pPr>
            <a:lvl6pPr algn="l">
              <a:defRPr sz="1125" b="1">
                <a:solidFill>
                  <a:srgbClr val="17365D"/>
                </a:solidFill>
              </a:defRPr>
            </a:lvl6pPr>
            <a:lvl7pPr algn="l">
              <a:defRPr sz="1125" b="1">
                <a:solidFill>
                  <a:srgbClr val="17365D"/>
                </a:solidFill>
              </a:defRPr>
            </a:lvl7pPr>
            <a:lvl8pPr algn="l">
              <a:defRPr sz="1125" b="1">
                <a:solidFill>
                  <a:srgbClr val="17365D"/>
                </a:solidFill>
              </a:defRPr>
            </a:lvl8pPr>
            <a:lvl9pPr algn="l">
              <a:defRPr sz="1125" b="1">
                <a:solidFill>
                  <a:srgbClr val="17365D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7365D"/>
                </a:solidFill>
              </a:defRPr>
            </a:pPr>
            <a:r>
              <a:rPr sz="1125" b="1">
                <a:solidFill>
                  <a:srgbClr val="17365D"/>
                </a:solidFill>
              </a:rPr>
              <a:t>Orden provisional: prioridad → marcas → reaperturas → cantidad. Candidato: ≥2 incidentes o algún P1; validar con Bevstack.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519EAA-DC87-44E0-80EE-6C824C41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00" b="0">
                <a:solidFill>
                  <a:srgbClr val="667085"/>
                </a:solidFill>
              </a:defRPr>
            </a:defPPr>
            <a:lvl1pPr algn="l">
              <a:defRPr sz="900" b="0">
                <a:solidFill>
                  <a:srgbClr val="667085"/>
                </a:solidFill>
              </a:defRPr>
            </a:lvl1pPr>
            <a:lvl2pPr algn="l">
              <a:defRPr sz="900" b="0">
                <a:solidFill>
                  <a:srgbClr val="667085"/>
                </a:solidFill>
              </a:defRPr>
            </a:lvl2pPr>
            <a:lvl3pPr algn="l">
              <a:defRPr sz="900" b="0">
                <a:solidFill>
                  <a:srgbClr val="667085"/>
                </a:solidFill>
              </a:defRPr>
            </a:lvl3pPr>
            <a:lvl4pPr algn="l">
              <a:defRPr sz="900" b="0">
                <a:solidFill>
                  <a:srgbClr val="667085"/>
                </a:solidFill>
              </a:defRPr>
            </a:lvl4pPr>
            <a:lvl5pPr algn="l">
              <a:defRPr sz="900" b="0">
                <a:solidFill>
                  <a:srgbClr val="667085"/>
                </a:solidFill>
              </a:defRPr>
            </a:lvl5pPr>
            <a:lvl6pPr algn="l">
              <a:defRPr sz="900" b="0">
                <a:solidFill>
                  <a:srgbClr val="667085"/>
                </a:solidFill>
              </a:defRPr>
            </a:lvl6pPr>
            <a:lvl7pPr algn="l">
              <a:defRPr sz="900" b="0">
                <a:solidFill>
                  <a:srgbClr val="667085"/>
                </a:solidFill>
              </a:defRPr>
            </a:lvl7pPr>
            <a:lvl8pPr algn="l">
              <a:defRPr sz="900" b="0">
                <a:solidFill>
                  <a:srgbClr val="667085"/>
                </a:solidFill>
              </a:defRPr>
            </a:lvl8pPr>
            <a:lvl9pPr algn="l">
              <a:defRPr sz="900" b="0">
                <a:solidFill>
                  <a:srgbClr val="667085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Fase 2 · Demo académica · Datos ficticios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C1F89A-D6CD-494C-909F-22842C6FA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900" b="1">
                <a:solidFill>
                  <a:srgbClr val="667085"/>
                </a:solidFill>
              </a:defRPr>
            </a:defPPr>
            <a:lvl1pPr algn="r">
              <a:defRPr sz="900" b="1">
                <a:solidFill>
                  <a:srgbClr val="667085"/>
                </a:solidFill>
              </a:defRPr>
            </a:lvl1pPr>
            <a:lvl2pPr algn="r">
              <a:defRPr sz="900" b="1">
                <a:solidFill>
                  <a:srgbClr val="667085"/>
                </a:solidFill>
              </a:defRPr>
            </a:lvl2pPr>
            <a:lvl3pPr algn="r">
              <a:defRPr sz="900" b="1">
                <a:solidFill>
                  <a:srgbClr val="667085"/>
                </a:solidFill>
              </a:defRPr>
            </a:lvl3pPr>
            <a:lvl4pPr algn="r">
              <a:defRPr sz="900" b="1">
                <a:solidFill>
                  <a:srgbClr val="667085"/>
                </a:solidFill>
              </a:defRPr>
            </a:lvl4pPr>
            <a:lvl5pPr algn="r">
              <a:defRPr sz="900" b="1">
                <a:solidFill>
                  <a:srgbClr val="667085"/>
                </a:solidFill>
              </a:defRPr>
            </a:lvl5pPr>
            <a:lvl6pPr algn="r">
              <a:defRPr sz="900" b="1">
                <a:solidFill>
                  <a:srgbClr val="667085"/>
                </a:solidFill>
              </a:defRPr>
            </a:lvl6pPr>
            <a:lvl7pPr algn="r">
              <a:defRPr sz="900" b="1">
                <a:solidFill>
                  <a:srgbClr val="667085"/>
                </a:solidFill>
              </a:defRPr>
            </a:lvl7pPr>
            <a:lvl8pPr algn="r">
              <a:defRPr sz="900" b="1">
                <a:solidFill>
                  <a:srgbClr val="667085"/>
                </a:solidFill>
              </a:defRPr>
            </a:lvl8pPr>
            <a:lvl9pPr algn="r">
              <a:defRPr sz="900" b="1">
                <a:solidFill>
                  <a:srgbClr val="667085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148828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D8CB8C6-E206-494E-A94B-11FE86F3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1">
                <a:solidFill>
                  <a:srgbClr val="356DB5"/>
                </a:solidFill>
              </a:defRPr>
            </a:defPPr>
            <a:lvl1pPr algn="l">
              <a:defRPr sz="1050" b="1">
                <a:solidFill>
                  <a:srgbClr val="356DB5"/>
                </a:solidFill>
              </a:defRPr>
            </a:lvl1pPr>
            <a:lvl2pPr algn="l">
              <a:defRPr sz="1050" b="1">
                <a:solidFill>
                  <a:srgbClr val="356DB5"/>
                </a:solidFill>
              </a:defRPr>
            </a:lvl2pPr>
            <a:lvl3pPr algn="l">
              <a:defRPr sz="1050" b="1">
                <a:solidFill>
                  <a:srgbClr val="356DB5"/>
                </a:solidFill>
              </a:defRPr>
            </a:lvl3pPr>
            <a:lvl4pPr algn="l">
              <a:defRPr sz="1050" b="1">
                <a:solidFill>
                  <a:srgbClr val="356DB5"/>
                </a:solidFill>
              </a:defRPr>
            </a:lvl4pPr>
            <a:lvl5pPr algn="l">
              <a:defRPr sz="1050" b="1">
                <a:solidFill>
                  <a:srgbClr val="356DB5"/>
                </a:solidFill>
              </a:defRPr>
            </a:lvl5pPr>
            <a:lvl6pPr algn="l">
              <a:defRPr sz="1050" b="1">
                <a:solidFill>
                  <a:srgbClr val="356DB5"/>
                </a:solidFill>
              </a:defRPr>
            </a:lvl6pPr>
            <a:lvl7pPr algn="l">
              <a:defRPr sz="1050" b="1">
                <a:solidFill>
                  <a:srgbClr val="356DB5"/>
                </a:solidFill>
              </a:defRPr>
            </a:lvl7pPr>
            <a:lvl8pPr algn="l">
              <a:defRPr sz="1050" b="1">
                <a:solidFill>
                  <a:srgbClr val="356DB5"/>
                </a:solidFill>
              </a:defRPr>
            </a:lvl8pPr>
            <a:lvl9pPr algn="l">
              <a:defRPr sz="1050" b="1">
                <a:solidFill>
                  <a:srgbClr val="356DB5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356DB5"/>
                </a:solidFill>
              </a:defRPr>
            </a:pPr>
            <a:r>
              <a:rPr sz="1050" b="1">
                <a:solidFill>
                  <a:srgbClr val="356DB5"/>
                </a:solidFill>
              </a:rPr>
              <a:t>BEVSTACK · SERVICE DESK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106DB8-1927-4DC2-B51F-210CDEBBE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000" b="1">
                <a:solidFill>
                  <a:srgbClr val="102743"/>
                </a:solidFill>
              </a:defRPr>
            </a:defPPr>
            <a:lvl1pPr algn="l">
              <a:defRPr sz="3000" b="1">
                <a:solidFill>
                  <a:srgbClr val="102743"/>
                </a:solidFill>
              </a:defRPr>
            </a:lvl1pPr>
            <a:lvl2pPr algn="l">
              <a:defRPr sz="3000" b="1">
                <a:solidFill>
                  <a:srgbClr val="102743"/>
                </a:solidFill>
              </a:defRPr>
            </a:lvl2pPr>
            <a:lvl3pPr algn="l">
              <a:defRPr sz="3000" b="1">
                <a:solidFill>
                  <a:srgbClr val="102743"/>
                </a:solidFill>
              </a:defRPr>
            </a:lvl3pPr>
            <a:lvl4pPr algn="l">
              <a:defRPr sz="3000" b="1">
                <a:solidFill>
                  <a:srgbClr val="102743"/>
                </a:solidFill>
              </a:defRPr>
            </a:lvl4pPr>
            <a:lvl5pPr algn="l">
              <a:defRPr sz="3000" b="1">
                <a:solidFill>
                  <a:srgbClr val="102743"/>
                </a:solidFill>
              </a:defRPr>
            </a:lvl5pPr>
            <a:lvl6pPr algn="l">
              <a:defRPr sz="3000" b="1">
                <a:solidFill>
                  <a:srgbClr val="102743"/>
                </a:solidFill>
              </a:defRPr>
            </a:lvl6pPr>
            <a:lvl7pPr algn="l">
              <a:defRPr sz="3000" b="1">
                <a:solidFill>
                  <a:srgbClr val="102743"/>
                </a:solidFill>
              </a:defRPr>
            </a:lvl7pPr>
            <a:lvl8pPr algn="l">
              <a:defRPr sz="3000" b="1">
                <a:solidFill>
                  <a:srgbClr val="102743"/>
                </a:solidFill>
              </a:defRPr>
            </a:lvl8pPr>
            <a:lvl9pPr algn="l">
              <a:defRPr sz="3000" b="1">
                <a:solidFill>
                  <a:srgbClr val="102743"/>
                </a:solidFill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02743"/>
                </a:solidFill>
              </a:defRPr>
            </a:pPr>
            <a:r>
              <a:rPr sz="3000" b="1">
                <a:solidFill>
                  <a:srgbClr val="102743"/>
                </a:solidFill>
              </a:rPr>
              <a:t>Prioridad y objetivos de servicio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FD5398-E229-402C-8E12-A586BDA5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3F2C34-F506-4D30-9957-62F4A114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667085"/>
                </a:solidFill>
              </a:defRPr>
            </a:defPPr>
            <a:lvl1pPr algn="l">
              <a:defRPr sz="1500" b="0">
                <a:solidFill>
                  <a:srgbClr val="667085"/>
                </a:solidFill>
              </a:defRPr>
            </a:lvl1pPr>
            <a:lvl2pPr algn="l">
              <a:defRPr sz="1500" b="0">
                <a:solidFill>
                  <a:srgbClr val="667085"/>
                </a:solidFill>
              </a:defRPr>
            </a:lvl2pPr>
            <a:lvl3pPr algn="l">
              <a:defRPr sz="1500" b="0">
                <a:solidFill>
                  <a:srgbClr val="667085"/>
                </a:solidFill>
              </a:defRPr>
            </a:lvl3pPr>
            <a:lvl4pPr algn="l">
              <a:defRPr sz="1500" b="0">
                <a:solidFill>
                  <a:srgbClr val="667085"/>
                </a:solidFill>
              </a:defRPr>
            </a:lvl4pPr>
            <a:lvl5pPr algn="l">
              <a:defRPr sz="1500" b="0">
                <a:solidFill>
                  <a:srgbClr val="667085"/>
                </a:solidFill>
              </a:defRPr>
            </a:lvl5pPr>
            <a:lvl6pPr algn="l">
              <a:defRPr sz="1500" b="0">
                <a:solidFill>
                  <a:srgbClr val="667085"/>
                </a:solidFill>
              </a:defRPr>
            </a:lvl6pPr>
            <a:lvl7pPr algn="l">
              <a:defRPr sz="1500" b="0">
                <a:solidFill>
                  <a:srgbClr val="667085"/>
                </a:solidFill>
              </a:defRPr>
            </a:lvl7pPr>
            <a:lvl8pPr algn="l">
              <a:defRPr sz="1500" b="0">
                <a:solidFill>
                  <a:srgbClr val="667085"/>
                </a:solidFill>
              </a:defRPr>
            </a:lvl8pPr>
            <a:lvl9pPr algn="l">
              <a:defRPr sz="1500" b="0">
                <a:solidFill>
                  <a:srgbClr val="667085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67085"/>
                </a:solidFill>
              </a:defRPr>
            </a:pPr>
            <a:r>
              <a:rPr sz="1500" b="0">
                <a:solidFill>
                  <a:srgbClr val="667085"/>
                </a:solidFill>
              </a:rPr>
              <a:t>Impacto y urgencia determinan la prioridad; el objetivo depende del tipo de demanda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F1589E-C5AD-49C5-B074-BEAE2B99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1">
                <a:solidFill>
                  <a:srgbClr val="356DB5"/>
                </a:solidFill>
              </a:defRPr>
            </a:defPPr>
            <a:lvl1pPr algn="l">
              <a:defRPr sz="1050" b="1">
                <a:solidFill>
                  <a:srgbClr val="356DB5"/>
                </a:solidFill>
              </a:defRPr>
            </a:lvl1pPr>
            <a:lvl2pPr algn="l">
              <a:defRPr sz="1050" b="1">
                <a:solidFill>
                  <a:srgbClr val="356DB5"/>
                </a:solidFill>
              </a:defRPr>
            </a:lvl2pPr>
            <a:lvl3pPr algn="l">
              <a:defRPr sz="1050" b="1">
                <a:solidFill>
                  <a:srgbClr val="356DB5"/>
                </a:solidFill>
              </a:defRPr>
            </a:lvl3pPr>
            <a:lvl4pPr algn="l">
              <a:defRPr sz="1050" b="1">
                <a:solidFill>
                  <a:srgbClr val="356DB5"/>
                </a:solidFill>
              </a:defRPr>
            </a:lvl4pPr>
            <a:lvl5pPr algn="l">
              <a:defRPr sz="1050" b="1">
                <a:solidFill>
                  <a:srgbClr val="356DB5"/>
                </a:solidFill>
              </a:defRPr>
            </a:lvl5pPr>
            <a:lvl6pPr algn="l">
              <a:defRPr sz="1050" b="1">
                <a:solidFill>
                  <a:srgbClr val="356DB5"/>
                </a:solidFill>
              </a:defRPr>
            </a:lvl6pPr>
            <a:lvl7pPr algn="l">
              <a:defRPr sz="1050" b="1">
                <a:solidFill>
                  <a:srgbClr val="356DB5"/>
                </a:solidFill>
              </a:defRPr>
            </a:lvl7pPr>
            <a:lvl8pPr algn="l">
              <a:defRPr sz="1050" b="1">
                <a:solidFill>
                  <a:srgbClr val="356DB5"/>
                </a:solidFill>
              </a:defRPr>
            </a:lvl8pPr>
            <a:lvl9pPr algn="l">
              <a:defRPr sz="1050" b="1">
                <a:solidFill>
                  <a:srgbClr val="356DB5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356DB5"/>
                </a:solidFill>
              </a:defRPr>
            </a:pPr>
            <a:r>
              <a:rPr sz="1050" b="1">
                <a:solidFill>
                  <a:srgbClr val="356DB5"/>
                </a:solidFill>
              </a:rPr>
              <a:t>MATRIZ IMPACTO × URGENCIA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A4A08E-E6EA-433C-ADC3-3A69D6B8F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304925" cy="466725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10274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A6649A-DB18-4B41-B42A-0031DFE3A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05075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</a:defRPr>
            </a:defPPr>
            <a:lvl1pPr algn="l">
              <a:defRPr sz="975" b="1">
                <a:solidFill>
                  <a:srgbClr val="FFFFFF"/>
                </a:solidFill>
              </a:defRPr>
            </a:lvl1pPr>
            <a:lvl2pPr algn="l">
              <a:defRPr sz="975" b="1">
                <a:solidFill>
                  <a:srgbClr val="FFFFFF"/>
                </a:solidFill>
              </a:defRPr>
            </a:lvl2pPr>
            <a:lvl3pPr algn="l">
              <a:defRPr sz="975" b="1">
                <a:solidFill>
                  <a:srgbClr val="FFFFFF"/>
                </a:solidFill>
              </a:defRPr>
            </a:lvl3pPr>
            <a:lvl4pPr algn="l">
              <a:defRPr sz="975" b="1">
                <a:solidFill>
                  <a:srgbClr val="FFFFFF"/>
                </a:solidFill>
              </a:defRPr>
            </a:lvl4pPr>
            <a:lvl5pPr algn="l">
              <a:defRPr sz="975" b="1">
                <a:solidFill>
                  <a:srgbClr val="FFFFFF"/>
                </a:solidFill>
              </a:defRPr>
            </a:lvl5pPr>
            <a:lvl6pPr algn="l">
              <a:defRPr sz="975" b="1">
                <a:solidFill>
                  <a:srgbClr val="FFFFFF"/>
                </a:solidFill>
              </a:defRPr>
            </a:lvl6pPr>
            <a:lvl7pPr algn="l">
              <a:defRPr sz="975" b="1">
                <a:solidFill>
                  <a:srgbClr val="FFFFFF"/>
                </a:solidFill>
              </a:defRPr>
            </a:lvl7pPr>
            <a:lvl8pPr algn="l">
              <a:defRPr sz="975" b="1">
                <a:solidFill>
                  <a:srgbClr val="FFFFFF"/>
                </a:solidFill>
              </a:defRPr>
            </a:lvl8pPr>
            <a:lvl9pPr algn="l"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Impacto / urgencia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C92B4B-CA23-411E-89A9-C6B16CADB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381250"/>
            <a:ext cx="1304925" cy="466725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10274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41D3B7-8D38-4931-BC4B-93B11787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505075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  <a:lvl1pPr algn="ctr">
              <a:defRPr sz="975" b="1">
                <a:solidFill>
                  <a:srgbClr val="FFFFFF"/>
                </a:solidFill>
              </a:defRPr>
            </a:lvl1pPr>
            <a:lvl2pPr algn="ctr">
              <a:defRPr sz="975" b="1">
                <a:solidFill>
                  <a:srgbClr val="FFFFFF"/>
                </a:solidFill>
              </a:defRPr>
            </a:lvl2pPr>
            <a:lvl3pPr algn="ctr">
              <a:defRPr sz="975" b="1">
                <a:solidFill>
                  <a:srgbClr val="FFFFFF"/>
                </a:solidFill>
              </a:defRPr>
            </a:lvl3pPr>
            <a:lvl4pPr algn="ctr">
              <a:defRPr sz="975" b="1">
                <a:solidFill>
                  <a:srgbClr val="FFFFFF"/>
                </a:solidFill>
              </a:defRPr>
            </a:lvl4pPr>
            <a:lvl5pPr algn="ctr">
              <a:defRPr sz="975" b="1">
                <a:solidFill>
                  <a:srgbClr val="FFFFFF"/>
                </a:solidFill>
              </a:defRPr>
            </a:lvl5pPr>
            <a:lvl6pPr algn="ctr">
              <a:defRPr sz="975" b="1">
                <a:solidFill>
                  <a:srgbClr val="FFFFFF"/>
                </a:solidFill>
              </a:defRPr>
            </a:lvl6pPr>
            <a:lvl7pPr algn="ctr">
              <a:defRPr sz="975" b="1">
                <a:solidFill>
                  <a:srgbClr val="FFFFFF"/>
                </a:solidFill>
              </a:defRPr>
            </a:lvl7pPr>
            <a:lvl8pPr algn="ctr">
              <a:defRPr sz="975" b="1">
                <a:solidFill>
                  <a:srgbClr val="FFFFFF"/>
                </a:solidFill>
              </a:defRPr>
            </a:lvl8pPr>
            <a:lvl9pPr algn="ctr"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Alta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328911-1F4A-418F-AC7E-2AC362B0E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81250"/>
            <a:ext cx="1304925" cy="466725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10274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BCE892-9B76-4A4D-BD4D-A1280A7AE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05075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  <a:lvl1pPr algn="ctr">
              <a:defRPr sz="975" b="1">
                <a:solidFill>
                  <a:srgbClr val="FFFFFF"/>
                </a:solidFill>
              </a:defRPr>
            </a:lvl1pPr>
            <a:lvl2pPr algn="ctr">
              <a:defRPr sz="975" b="1">
                <a:solidFill>
                  <a:srgbClr val="FFFFFF"/>
                </a:solidFill>
              </a:defRPr>
            </a:lvl2pPr>
            <a:lvl3pPr algn="ctr">
              <a:defRPr sz="975" b="1">
                <a:solidFill>
                  <a:srgbClr val="FFFFFF"/>
                </a:solidFill>
              </a:defRPr>
            </a:lvl3pPr>
            <a:lvl4pPr algn="ctr">
              <a:defRPr sz="975" b="1">
                <a:solidFill>
                  <a:srgbClr val="FFFFFF"/>
                </a:solidFill>
              </a:defRPr>
            </a:lvl4pPr>
            <a:lvl5pPr algn="ctr">
              <a:defRPr sz="975" b="1">
                <a:solidFill>
                  <a:srgbClr val="FFFFFF"/>
                </a:solidFill>
              </a:defRPr>
            </a:lvl5pPr>
            <a:lvl6pPr algn="ctr">
              <a:defRPr sz="975" b="1">
                <a:solidFill>
                  <a:srgbClr val="FFFFFF"/>
                </a:solidFill>
              </a:defRPr>
            </a:lvl6pPr>
            <a:lvl7pPr algn="ctr">
              <a:defRPr sz="975" b="1">
                <a:solidFill>
                  <a:srgbClr val="FFFFFF"/>
                </a:solidFill>
              </a:defRPr>
            </a:lvl7pPr>
            <a:lvl8pPr algn="ctr">
              <a:defRPr sz="975" b="1">
                <a:solidFill>
                  <a:srgbClr val="FFFFFF"/>
                </a:solidFill>
              </a:defRPr>
            </a:lvl8pPr>
            <a:lvl9pPr algn="ctr"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Media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6C9DDD-6F5A-4111-A647-979019851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81250"/>
            <a:ext cx="1304925" cy="466725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10274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CF2B75-9FF5-4E08-B255-73BFB7BA0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505075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  <a:lvl1pPr algn="ctr">
              <a:defRPr sz="975" b="1">
                <a:solidFill>
                  <a:srgbClr val="FFFFFF"/>
                </a:solidFill>
              </a:defRPr>
            </a:lvl1pPr>
            <a:lvl2pPr algn="ctr">
              <a:defRPr sz="975" b="1">
                <a:solidFill>
                  <a:srgbClr val="FFFFFF"/>
                </a:solidFill>
              </a:defRPr>
            </a:lvl2pPr>
            <a:lvl3pPr algn="ctr">
              <a:defRPr sz="975" b="1">
                <a:solidFill>
                  <a:srgbClr val="FFFFFF"/>
                </a:solidFill>
              </a:defRPr>
            </a:lvl3pPr>
            <a:lvl4pPr algn="ctr">
              <a:defRPr sz="975" b="1">
                <a:solidFill>
                  <a:srgbClr val="FFFFFF"/>
                </a:solidFill>
              </a:defRPr>
            </a:lvl4pPr>
            <a:lvl5pPr algn="ctr">
              <a:defRPr sz="975" b="1">
                <a:solidFill>
                  <a:srgbClr val="FFFFFF"/>
                </a:solidFill>
              </a:defRPr>
            </a:lvl5pPr>
            <a:lvl6pPr algn="ctr">
              <a:defRPr sz="975" b="1">
                <a:solidFill>
                  <a:srgbClr val="FFFFFF"/>
                </a:solidFill>
              </a:defRPr>
            </a:lvl6pPr>
            <a:lvl7pPr algn="ctr">
              <a:defRPr sz="975" b="1">
                <a:solidFill>
                  <a:srgbClr val="FFFFFF"/>
                </a:solidFill>
              </a:defRPr>
            </a:lvl7pPr>
            <a:lvl8pPr algn="ctr">
              <a:defRPr sz="975" b="1">
                <a:solidFill>
                  <a:srgbClr val="FFFFFF"/>
                </a:solidFill>
              </a:defRPr>
            </a:lvl8pPr>
            <a:lvl9pPr algn="ctr"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Baja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6D4C21-B960-4222-B6F6-4C5700D9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1304925" cy="466725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10274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5F88A4-F9A5-4186-BED9-6B8A3BCD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19425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</a:defRPr>
            </a:defPPr>
            <a:lvl1pPr algn="l">
              <a:defRPr sz="975" b="1">
                <a:solidFill>
                  <a:srgbClr val="FFFFFF"/>
                </a:solidFill>
              </a:defRPr>
            </a:lvl1pPr>
            <a:lvl2pPr algn="l">
              <a:defRPr sz="975" b="1">
                <a:solidFill>
                  <a:srgbClr val="FFFFFF"/>
                </a:solidFill>
              </a:defRPr>
            </a:lvl2pPr>
            <a:lvl3pPr algn="l">
              <a:defRPr sz="975" b="1">
                <a:solidFill>
                  <a:srgbClr val="FFFFFF"/>
                </a:solidFill>
              </a:defRPr>
            </a:lvl3pPr>
            <a:lvl4pPr algn="l">
              <a:defRPr sz="975" b="1">
                <a:solidFill>
                  <a:srgbClr val="FFFFFF"/>
                </a:solidFill>
              </a:defRPr>
            </a:lvl4pPr>
            <a:lvl5pPr algn="l">
              <a:defRPr sz="975" b="1">
                <a:solidFill>
                  <a:srgbClr val="FFFFFF"/>
                </a:solidFill>
              </a:defRPr>
            </a:lvl5pPr>
            <a:lvl6pPr algn="l">
              <a:defRPr sz="975" b="1">
                <a:solidFill>
                  <a:srgbClr val="FFFFFF"/>
                </a:solidFill>
              </a:defRPr>
            </a:lvl6pPr>
            <a:lvl7pPr algn="l">
              <a:defRPr sz="975" b="1">
                <a:solidFill>
                  <a:srgbClr val="FFFFFF"/>
                </a:solidFill>
              </a:defRPr>
            </a:lvl7pPr>
            <a:lvl8pPr algn="l">
              <a:defRPr sz="975" b="1">
                <a:solidFill>
                  <a:srgbClr val="FFFFFF"/>
                </a:solidFill>
              </a:defRPr>
            </a:lvl8pPr>
            <a:lvl9pPr algn="l"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Alto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255B7F-8AE5-4715-9AF9-48870E55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895600"/>
            <a:ext cx="1304925" cy="466725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DECE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B7A5D8-47E2-4793-9391-1FB97F8D6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019425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75" b="1">
                <a:solidFill>
                  <a:srgbClr val="CC5B56"/>
                </a:solidFill>
              </a:defRPr>
            </a:defPPr>
            <a:lvl1pPr algn="ctr">
              <a:defRPr sz="1275" b="1">
                <a:solidFill>
                  <a:srgbClr val="CC5B56"/>
                </a:solidFill>
              </a:defRPr>
            </a:lvl1pPr>
            <a:lvl2pPr algn="ctr">
              <a:defRPr sz="1275" b="1">
                <a:solidFill>
                  <a:srgbClr val="CC5B56"/>
                </a:solidFill>
              </a:defRPr>
            </a:lvl2pPr>
            <a:lvl3pPr algn="ctr">
              <a:defRPr sz="1275" b="1">
                <a:solidFill>
                  <a:srgbClr val="CC5B56"/>
                </a:solidFill>
              </a:defRPr>
            </a:lvl3pPr>
            <a:lvl4pPr algn="ctr">
              <a:defRPr sz="1275" b="1">
                <a:solidFill>
                  <a:srgbClr val="CC5B56"/>
                </a:solidFill>
              </a:defRPr>
            </a:lvl4pPr>
            <a:lvl5pPr algn="ctr">
              <a:defRPr sz="1275" b="1">
                <a:solidFill>
                  <a:srgbClr val="CC5B56"/>
                </a:solidFill>
              </a:defRPr>
            </a:lvl5pPr>
            <a:lvl6pPr algn="ctr">
              <a:defRPr sz="1275" b="1">
                <a:solidFill>
                  <a:srgbClr val="CC5B56"/>
                </a:solidFill>
              </a:defRPr>
            </a:lvl6pPr>
            <a:lvl7pPr algn="ctr">
              <a:defRPr sz="1275" b="1">
                <a:solidFill>
                  <a:srgbClr val="CC5B56"/>
                </a:solidFill>
              </a:defRPr>
            </a:lvl7pPr>
            <a:lvl8pPr algn="ctr">
              <a:defRPr sz="1275" b="1">
                <a:solidFill>
                  <a:srgbClr val="CC5B56"/>
                </a:solidFill>
              </a:defRPr>
            </a:lvl8pPr>
            <a:lvl9pPr algn="ctr">
              <a:defRPr sz="1275" b="1">
                <a:solidFill>
                  <a:srgbClr val="CC5B56"/>
                </a:solidFill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CC5B56"/>
                </a:solidFill>
              </a:defRPr>
            </a:pPr>
            <a:r>
              <a:rPr sz="1275" b="1">
                <a:solidFill>
                  <a:srgbClr val="CC5B56"/>
                </a:solidFill>
              </a:rPr>
              <a:t>P1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FA9A13-C8D0-42C8-83A1-9D10C8CB4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95600"/>
            <a:ext cx="1304925" cy="466725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DECE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544802-7DCB-44F4-9E1D-EE4C863F9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019425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75" b="1">
                <a:solidFill>
                  <a:srgbClr val="CC5B56"/>
                </a:solidFill>
              </a:defRPr>
            </a:defPPr>
            <a:lvl1pPr algn="ctr">
              <a:defRPr sz="1275" b="1">
                <a:solidFill>
                  <a:srgbClr val="CC5B56"/>
                </a:solidFill>
              </a:defRPr>
            </a:lvl1pPr>
            <a:lvl2pPr algn="ctr">
              <a:defRPr sz="1275" b="1">
                <a:solidFill>
                  <a:srgbClr val="CC5B56"/>
                </a:solidFill>
              </a:defRPr>
            </a:lvl2pPr>
            <a:lvl3pPr algn="ctr">
              <a:defRPr sz="1275" b="1">
                <a:solidFill>
                  <a:srgbClr val="CC5B56"/>
                </a:solidFill>
              </a:defRPr>
            </a:lvl3pPr>
            <a:lvl4pPr algn="ctr">
              <a:defRPr sz="1275" b="1">
                <a:solidFill>
                  <a:srgbClr val="CC5B56"/>
                </a:solidFill>
              </a:defRPr>
            </a:lvl4pPr>
            <a:lvl5pPr algn="ctr">
              <a:defRPr sz="1275" b="1">
                <a:solidFill>
                  <a:srgbClr val="CC5B56"/>
                </a:solidFill>
              </a:defRPr>
            </a:lvl5pPr>
            <a:lvl6pPr algn="ctr">
              <a:defRPr sz="1275" b="1">
                <a:solidFill>
                  <a:srgbClr val="CC5B56"/>
                </a:solidFill>
              </a:defRPr>
            </a:lvl6pPr>
            <a:lvl7pPr algn="ctr">
              <a:defRPr sz="1275" b="1">
                <a:solidFill>
                  <a:srgbClr val="CC5B56"/>
                </a:solidFill>
              </a:defRPr>
            </a:lvl7pPr>
            <a:lvl8pPr algn="ctr">
              <a:defRPr sz="1275" b="1">
                <a:solidFill>
                  <a:srgbClr val="CC5B56"/>
                </a:solidFill>
              </a:defRPr>
            </a:lvl8pPr>
            <a:lvl9pPr algn="ctr">
              <a:defRPr sz="1275" b="1">
                <a:solidFill>
                  <a:srgbClr val="CC5B56"/>
                </a:solidFill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CC5B56"/>
                </a:solidFill>
              </a:defRPr>
            </a:pPr>
            <a:r>
              <a:rPr sz="1275" b="1">
                <a:solidFill>
                  <a:srgbClr val="CC5B56"/>
                </a:solidFill>
              </a:rPr>
              <a:t>P1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C010F8-F6F7-4731-AA6C-0CE7AFBF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95600"/>
            <a:ext cx="1304925" cy="466725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34BB9D-032C-4C02-BE26-01D192437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19425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75" b="1">
                <a:solidFill>
                  <a:srgbClr val="98651A"/>
                </a:solidFill>
              </a:defRPr>
            </a:defPPr>
            <a:lvl1pPr algn="ctr">
              <a:defRPr sz="1275" b="1">
                <a:solidFill>
                  <a:srgbClr val="98651A"/>
                </a:solidFill>
              </a:defRPr>
            </a:lvl1pPr>
            <a:lvl2pPr algn="ctr">
              <a:defRPr sz="1275" b="1">
                <a:solidFill>
                  <a:srgbClr val="98651A"/>
                </a:solidFill>
              </a:defRPr>
            </a:lvl2pPr>
            <a:lvl3pPr algn="ctr">
              <a:defRPr sz="1275" b="1">
                <a:solidFill>
                  <a:srgbClr val="98651A"/>
                </a:solidFill>
              </a:defRPr>
            </a:lvl3pPr>
            <a:lvl4pPr algn="ctr">
              <a:defRPr sz="1275" b="1">
                <a:solidFill>
                  <a:srgbClr val="98651A"/>
                </a:solidFill>
              </a:defRPr>
            </a:lvl4pPr>
            <a:lvl5pPr algn="ctr">
              <a:defRPr sz="1275" b="1">
                <a:solidFill>
                  <a:srgbClr val="98651A"/>
                </a:solidFill>
              </a:defRPr>
            </a:lvl5pPr>
            <a:lvl6pPr algn="ctr">
              <a:defRPr sz="1275" b="1">
                <a:solidFill>
                  <a:srgbClr val="98651A"/>
                </a:solidFill>
              </a:defRPr>
            </a:lvl6pPr>
            <a:lvl7pPr algn="ctr">
              <a:defRPr sz="1275" b="1">
                <a:solidFill>
                  <a:srgbClr val="98651A"/>
                </a:solidFill>
              </a:defRPr>
            </a:lvl7pPr>
            <a:lvl8pPr algn="ctr">
              <a:defRPr sz="1275" b="1">
                <a:solidFill>
                  <a:srgbClr val="98651A"/>
                </a:solidFill>
              </a:defRPr>
            </a:lvl8pPr>
            <a:lvl9pPr algn="ctr">
              <a:defRPr sz="1275" b="1">
                <a:solidFill>
                  <a:srgbClr val="98651A"/>
                </a:solidFill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98651A"/>
                </a:solidFill>
              </a:defRPr>
            </a:pPr>
            <a:r>
              <a:rPr sz="1275" b="1">
                <a:solidFill>
                  <a:srgbClr val="98651A"/>
                </a:solidFill>
              </a:rPr>
              <a:t>P2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17857F-BD0E-4076-813B-405C4D426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1304925" cy="466725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10274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50A724-2449-4D2B-80D6-5A8EFF457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33775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</a:defRPr>
            </a:defPPr>
            <a:lvl1pPr algn="l">
              <a:defRPr sz="975" b="1">
                <a:solidFill>
                  <a:srgbClr val="FFFFFF"/>
                </a:solidFill>
              </a:defRPr>
            </a:lvl1pPr>
            <a:lvl2pPr algn="l">
              <a:defRPr sz="975" b="1">
                <a:solidFill>
                  <a:srgbClr val="FFFFFF"/>
                </a:solidFill>
              </a:defRPr>
            </a:lvl2pPr>
            <a:lvl3pPr algn="l">
              <a:defRPr sz="975" b="1">
                <a:solidFill>
                  <a:srgbClr val="FFFFFF"/>
                </a:solidFill>
              </a:defRPr>
            </a:lvl3pPr>
            <a:lvl4pPr algn="l">
              <a:defRPr sz="975" b="1">
                <a:solidFill>
                  <a:srgbClr val="FFFFFF"/>
                </a:solidFill>
              </a:defRPr>
            </a:lvl4pPr>
            <a:lvl5pPr algn="l">
              <a:defRPr sz="975" b="1">
                <a:solidFill>
                  <a:srgbClr val="FFFFFF"/>
                </a:solidFill>
              </a:defRPr>
            </a:lvl5pPr>
            <a:lvl6pPr algn="l">
              <a:defRPr sz="975" b="1">
                <a:solidFill>
                  <a:srgbClr val="FFFFFF"/>
                </a:solidFill>
              </a:defRPr>
            </a:lvl6pPr>
            <a:lvl7pPr algn="l">
              <a:defRPr sz="975" b="1">
                <a:solidFill>
                  <a:srgbClr val="FFFFFF"/>
                </a:solidFill>
              </a:defRPr>
            </a:lvl7pPr>
            <a:lvl8pPr algn="l">
              <a:defRPr sz="975" b="1">
                <a:solidFill>
                  <a:srgbClr val="FFFFFF"/>
                </a:solidFill>
              </a:defRPr>
            </a:lvl8pPr>
            <a:lvl9pPr algn="l"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Medio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0098FE-A43F-4D36-BAF5-D70F2CCE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409950"/>
            <a:ext cx="1304925" cy="466725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DECE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AFA80A-A843-407A-8977-702DF9816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533775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75" b="1">
                <a:solidFill>
                  <a:srgbClr val="CC5B56"/>
                </a:solidFill>
              </a:defRPr>
            </a:defPPr>
            <a:lvl1pPr algn="ctr">
              <a:defRPr sz="1275" b="1">
                <a:solidFill>
                  <a:srgbClr val="CC5B56"/>
                </a:solidFill>
              </a:defRPr>
            </a:lvl1pPr>
            <a:lvl2pPr algn="ctr">
              <a:defRPr sz="1275" b="1">
                <a:solidFill>
                  <a:srgbClr val="CC5B56"/>
                </a:solidFill>
              </a:defRPr>
            </a:lvl2pPr>
            <a:lvl3pPr algn="ctr">
              <a:defRPr sz="1275" b="1">
                <a:solidFill>
                  <a:srgbClr val="CC5B56"/>
                </a:solidFill>
              </a:defRPr>
            </a:lvl3pPr>
            <a:lvl4pPr algn="ctr">
              <a:defRPr sz="1275" b="1">
                <a:solidFill>
                  <a:srgbClr val="CC5B56"/>
                </a:solidFill>
              </a:defRPr>
            </a:lvl4pPr>
            <a:lvl5pPr algn="ctr">
              <a:defRPr sz="1275" b="1">
                <a:solidFill>
                  <a:srgbClr val="CC5B56"/>
                </a:solidFill>
              </a:defRPr>
            </a:lvl5pPr>
            <a:lvl6pPr algn="ctr">
              <a:defRPr sz="1275" b="1">
                <a:solidFill>
                  <a:srgbClr val="CC5B56"/>
                </a:solidFill>
              </a:defRPr>
            </a:lvl6pPr>
            <a:lvl7pPr algn="ctr">
              <a:defRPr sz="1275" b="1">
                <a:solidFill>
                  <a:srgbClr val="CC5B56"/>
                </a:solidFill>
              </a:defRPr>
            </a:lvl7pPr>
            <a:lvl8pPr algn="ctr">
              <a:defRPr sz="1275" b="1">
                <a:solidFill>
                  <a:srgbClr val="CC5B56"/>
                </a:solidFill>
              </a:defRPr>
            </a:lvl8pPr>
            <a:lvl9pPr algn="ctr">
              <a:defRPr sz="1275" b="1">
                <a:solidFill>
                  <a:srgbClr val="CC5B56"/>
                </a:solidFill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CC5B56"/>
                </a:solidFill>
              </a:defRPr>
            </a:pPr>
            <a:r>
              <a:rPr sz="1275" b="1">
                <a:solidFill>
                  <a:srgbClr val="CC5B56"/>
                </a:solidFill>
              </a:rPr>
              <a:t>P1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3CA290-4B53-4642-8E29-CAC5AD4A2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09950"/>
            <a:ext cx="1304925" cy="466725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B1C3B7-F54B-4874-8C27-A78E4798C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533775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75" b="1">
                <a:solidFill>
                  <a:srgbClr val="98651A"/>
                </a:solidFill>
              </a:defRPr>
            </a:defPPr>
            <a:lvl1pPr algn="ctr">
              <a:defRPr sz="1275" b="1">
                <a:solidFill>
                  <a:srgbClr val="98651A"/>
                </a:solidFill>
              </a:defRPr>
            </a:lvl1pPr>
            <a:lvl2pPr algn="ctr">
              <a:defRPr sz="1275" b="1">
                <a:solidFill>
                  <a:srgbClr val="98651A"/>
                </a:solidFill>
              </a:defRPr>
            </a:lvl2pPr>
            <a:lvl3pPr algn="ctr">
              <a:defRPr sz="1275" b="1">
                <a:solidFill>
                  <a:srgbClr val="98651A"/>
                </a:solidFill>
              </a:defRPr>
            </a:lvl3pPr>
            <a:lvl4pPr algn="ctr">
              <a:defRPr sz="1275" b="1">
                <a:solidFill>
                  <a:srgbClr val="98651A"/>
                </a:solidFill>
              </a:defRPr>
            </a:lvl4pPr>
            <a:lvl5pPr algn="ctr">
              <a:defRPr sz="1275" b="1">
                <a:solidFill>
                  <a:srgbClr val="98651A"/>
                </a:solidFill>
              </a:defRPr>
            </a:lvl5pPr>
            <a:lvl6pPr algn="ctr">
              <a:defRPr sz="1275" b="1">
                <a:solidFill>
                  <a:srgbClr val="98651A"/>
                </a:solidFill>
              </a:defRPr>
            </a:lvl6pPr>
            <a:lvl7pPr algn="ctr">
              <a:defRPr sz="1275" b="1">
                <a:solidFill>
                  <a:srgbClr val="98651A"/>
                </a:solidFill>
              </a:defRPr>
            </a:lvl7pPr>
            <a:lvl8pPr algn="ctr">
              <a:defRPr sz="1275" b="1">
                <a:solidFill>
                  <a:srgbClr val="98651A"/>
                </a:solidFill>
              </a:defRPr>
            </a:lvl8pPr>
            <a:lvl9pPr algn="ctr">
              <a:defRPr sz="1275" b="1">
                <a:solidFill>
                  <a:srgbClr val="98651A"/>
                </a:solidFill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98651A"/>
                </a:solidFill>
              </a:defRPr>
            </a:pPr>
            <a:r>
              <a:rPr sz="1275" b="1">
                <a:solidFill>
                  <a:srgbClr val="98651A"/>
                </a:solidFill>
              </a:rPr>
              <a:t>P2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030394-CB19-41B8-9A26-8D78E3A6B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09950"/>
            <a:ext cx="1304925" cy="466725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AF0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90010B-46F5-45DC-BC2C-B4C15BF3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533775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75" b="1">
                <a:solidFill>
                  <a:srgbClr val="17365D"/>
                </a:solidFill>
              </a:defRPr>
            </a:defPPr>
            <a:lvl1pPr algn="ctr">
              <a:defRPr sz="1275" b="1">
                <a:solidFill>
                  <a:srgbClr val="17365D"/>
                </a:solidFill>
              </a:defRPr>
            </a:lvl1pPr>
            <a:lvl2pPr algn="ctr">
              <a:defRPr sz="1275" b="1">
                <a:solidFill>
                  <a:srgbClr val="17365D"/>
                </a:solidFill>
              </a:defRPr>
            </a:lvl2pPr>
            <a:lvl3pPr algn="ctr">
              <a:defRPr sz="1275" b="1">
                <a:solidFill>
                  <a:srgbClr val="17365D"/>
                </a:solidFill>
              </a:defRPr>
            </a:lvl3pPr>
            <a:lvl4pPr algn="ctr">
              <a:defRPr sz="1275" b="1">
                <a:solidFill>
                  <a:srgbClr val="17365D"/>
                </a:solidFill>
              </a:defRPr>
            </a:lvl4pPr>
            <a:lvl5pPr algn="ctr">
              <a:defRPr sz="1275" b="1">
                <a:solidFill>
                  <a:srgbClr val="17365D"/>
                </a:solidFill>
              </a:defRPr>
            </a:lvl5pPr>
            <a:lvl6pPr algn="ctr">
              <a:defRPr sz="1275" b="1">
                <a:solidFill>
                  <a:srgbClr val="17365D"/>
                </a:solidFill>
              </a:defRPr>
            </a:lvl6pPr>
            <a:lvl7pPr algn="ctr">
              <a:defRPr sz="1275" b="1">
                <a:solidFill>
                  <a:srgbClr val="17365D"/>
                </a:solidFill>
              </a:defRPr>
            </a:lvl7pPr>
            <a:lvl8pPr algn="ctr">
              <a:defRPr sz="1275" b="1">
                <a:solidFill>
                  <a:srgbClr val="17365D"/>
                </a:solidFill>
              </a:defRPr>
            </a:lvl8pPr>
            <a:lvl9pPr algn="ctr">
              <a:defRPr sz="1275" b="1">
                <a:solidFill>
                  <a:srgbClr val="17365D"/>
                </a:solidFill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7365D"/>
                </a:solidFill>
              </a:defRPr>
            </a:pPr>
            <a:r>
              <a:rPr sz="1275" b="1">
                <a:solidFill>
                  <a:srgbClr val="17365D"/>
                </a:solidFill>
              </a:rPr>
              <a:t>P3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225606-198E-4F5D-A2FE-BE097B9D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1304925" cy="466725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10274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6C5DDA-2DDA-4E0F-A2EC-BE9F993D0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</a:defRPr>
            </a:defPPr>
            <a:lvl1pPr algn="l">
              <a:defRPr sz="975" b="1">
                <a:solidFill>
                  <a:srgbClr val="FFFFFF"/>
                </a:solidFill>
              </a:defRPr>
            </a:lvl1pPr>
            <a:lvl2pPr algn="l">
              <a:defRPr sz="975" b="1">
                <a:solidFill>
                  <a:srgbClr val="FFFFFF"/>
                </a:solidFill>
              </a:defRPr>
            </a:lvl2pPr>
            <a:lvl3pPr algn="l">
              <a:defRPr sz="975" b="1">
                <a:solidFill>
                  <a:srgbClr val="FFFFFF"/>
                </a:solidFill>
              </a:defRPr>
            </a:lvl3pPr>
            <a:lvl4pPr algn="l">
              <a:defRPr sz="975" b="1">
                <a:solidFill>
                  <a:srgbClr val="FFFFFF"/>
                </a:solidFill>
              </a:defRPr>
            </a:lvl4pPr>
            <a:lvl5pPr algn="l">
              <a:defRPr sz="975" b="1">
                <a:solidFill>
                  <a:srgbClr val="FFFFFF"/>
                </a:solidFill>
              </a:defRPr>
            </a:lvl5pPr>
            <a:lvl6pPr algn="l">
              <a:defRPr sz="975" b="1">
                <a:solidFill>
                  <a:srgbClr val="FFFFFF"/>
                </a:solidFill>
              </a:defRPr>
            </a:lvl6pPr>
            <a:lvl7pPr algn="l">
              <a:defRPr sz="975" b="1">
                <a:solidFill>
                  <a:srgbClr val="FFFFFF"/>
                </a:solidFill>
              </a:defRPr>
            </a:lvl7pPr>
            <a:lvl8pPr algn="l">
              <a:defRPr sz="975" b="1">
                <a:solidFill>
                  <a:srgbClr val="FFFFFF"/>
                </a:solidFill>
              </a:defRPr>
            </a:lvl8pPr>
            <a:lvl9pPr algn="l"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Bajo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521F84-2D07-4D57-9030-05A7CC7D8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924300"/>
            <a:ext cx="1304925" cy="466725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BD0910-F310-44E3-87C5-CA537EF16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048125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75" b="1">
                <a:solidFill>
                  <a:srgbClr val="98651A"/>
                </a:solidFill>
              </a:defRPr>
            </a:defPPr>
            <a:lvl1pPr algn="ctr">
              <a:defRPr sz="1275" b="1">
                <a:solidFill>
                  <a:srgbClr val="98651A"/>
                </a:solidFill>
              </a:defRPr>
            </a:lvl1pPr>
            <a:lvl2pPr algn="ctr">
              <a:defRPr sz="1275" b="1">
                <a:solidFill>
                  <a:srgbClr val="98651A"/>
                </a:solidFill>
              </a:defRPr>
            </a:lvl2pPr>
            <a:lvl3pPr algn="ctr">
              <a:defRPr sz="1275" b="1">
                <a:solidFill>
                  <a:srgbClr val="98651A"/>
                </a:solidFill>
              </a:defRPr>
            </a:lvl3pPr>
            <a:lvl4pPr algn="ctr">
              <a:defRPr sz="1275" b="1">
                <a:solidFill>
                  <a:srgbClr val="98651A"/>
                </a:solidFill>
              </a:defRPr>
            </a:lvl4pPr>
            <a:lvl5pPr algn="ctr">
              <a:defRPr sz="1275" b="1">
                <a:solidFill>
                  <a:srgbClr val="98651A"/>
                </a:solidFill>
              </a:defRPr>
            </a:lvl5pPr>
            <a:lvl6pPr algn="ctr">
              <a:defRPr sz="1275" b="1">
                <a:solidFill>
                  <a:srgbClr val="98651A"/>
                </a:solidFill>
              </a:defRPr>
            </a:lvl6pPr>
            <a:lvl7pPr algn="ctr">
              <a:defRPr sz="1275" b="1">
                <a:solidFill>
                  <a:srgbClr val="98651A"/>
                </a:solidFill>
              </a:defRPr>
            </a:lvl7pPr>
            <a:lvl8pPr algn="ctr">
              <a:defRPr sz="1275" b="1">
                <a:solidFill>
                  <a:srgbClr val="98651A"/>
                </a:solidFill>
              </a:defRPr>
            </a:lvl8pPr>
            <a:lvl9pPr algn="ctr">
              <a:defRPr sz="1275" b="1">
                <a:solidFill>
                  <a:srgbClr val="98651A"/>
                </a:solidFill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98651A"/>
                </a:solidFill>
              </a:defRPr>
            </a:pPr>
            <a:r>
              <a:rPr sz="1275" b="1">
                <a:solidFill>
                  <a:srgbClr val="98651A"/>
                </a:solidFill>
              </a:rPr>
              <a:t>P2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F58F640-2BE0-4F40-8F3F-A71146E7D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24300"/>
            <a:ext cx="1304925" cy="466725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AF0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05D6CB6-9A30-4F7C-A895-F2A8B1D2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048125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75" b="1">
                <a:solidFill>
                  <a:srgbClr val="17365D"/>
                </a:solidFill>
              </a:defRPr>
            </a:defPPr>
            <a:lvl1pPr algn="ctr">
              <a:defRPr sz="1275" b="1">
                <a:solidFill>
                  <a:srgbClr val="17365D"/>
                </a:solidFill>
              </a:defRPr>
            </a:lvl1pPr>
            <a:lvl2pPr algn="ctr">
              <a:defRPr sz="1275" b="1">
                <a:solidFill>
                  <a:srgbClr val="17365D"/>
                </a:solidFill>
              </a:defRPr>
            </a:lvl2pPr>
            <a:lvl3pPr algn="ctr">
              <a:defRPr sz="1275" b="1">
                <a:solidFill>
                  <a:srgbClr val="17365D"/>
                </a:solidFill>
              </a:defRPr>
            </a:lvl3pPr>
            <a:lvl4pPr algn="ctr">
              <a:defRPr sz="1275" b="1">
                <a:solidFill>
                  <a:srgbClr val="17365D"/>
                </a:solidFill>
              </a:defRPr>
            </a:lvl4pPr>
            <a:lvl5pPr algn="ctr">
              <a:defRPr sz="1275" b="1">
                <a:solidFill>
                  <a:srgbClr val="17365D"/>
                </a:solidFill>
              </a:defRPr>
            </a:lvl5pPr>
            <a:lvl6pPr algn="ctr">
              <a:defRPr sz="1275" b="1">
                <a:solidFill>
                  <a:srgbClr val="17365D"/>
                </a:solidFill>
              </a:defRPr>
            </a:lvl6pPr>
            <a:lvl7pPr algn="ctr">
              <a:defRPr sz="1275" b="1">
                <a:solidFill>
                  <a:srgbClr val="17365D"/>
                </a:solidFill>
              </a:defRPr>
            </a:lvl7pPr>
            <a:lvl8pPr algn="ctr">
              <a:defRPr sz="1275" b="1">
                <a:solidFill>
                  <a:srgbClr val="17365D"/>
                </a:solidFill>
              </a:defRPr>
            </a:lvl8pPr>
            <a:lvl9pPr algn="ctr">
              <a:defRPr sz="1275" b="1">
                <a:solidFill>
                  <a:srgbClr val="17365D"/>
                </a:solidFill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7365D"/>
                </a:solidFill>
              </a:defRPr>
            </a:pPr>
            <a:r>
              <a:rPr sz="1275" b="1">
                <a:solidFill>
                  <a:srgbClr val="17365D"/>
                </a:solidFill>
              </a:rPr>
              <a:t>P3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5222DB5-4DD4-4CA7-BE50-B95F11BCD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24300"/>
            <a:ext cx="1304925" cy="466725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AF0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D2F6B1-B530-471D-8819-2FD284F98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048125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75" b="1">
                <a:solidFill>
                  <a:srgbClr val="17365D"/>
                </a:solidFill>
              </a:defRPr>
            </a:defPPr>
            <a:lvl1pPr algn="ctr">
              <a:defRPr sz="1275" b="1">
                <a:solidFill>
                  <a:srgbClr val="17365D"/>
                </a:solidFill>
              </a:defRPr>
            </a:lvl1pPr>
            <a:lvl2pPr algn="ctr">
              <a:defRPr sz="1275" b="1">
                <a:solidFill>
                  <a:srgbClr val="17365D"/>
                </a:solidFill>
              </a:defRPr>
            </a:lvl2pPr>
            <a:lvl3pPr algn="ctr">
              <a:defRPr sz="1275" b="1">
                <a:solidFill>
                  <a:srgbClr val="17365D"/>
                </a:solidFill>
              </a:defRPr>
            </a:lvl3pPr>
            <a:lvl4pPr algn="ctr">
              <a:defRPr sz="1275" b="1">
                <a:solidFill>
                  <a:srgbClr val="17365D"/>
                </a:solidFill>
              </a:defRPr>
            </a:lvl4pPr>
            <a:lvl5pPr algn="ctr">
              <a:defRPr sz="1275" b="1">
                <a:solidFill>
                  <a:srgbClr val="17365D"/>
                </a:solidFill>
              </a:defRPr>
            </a:lvl5pPr>
            <a:lvl6pPr algn="ctr">
              <a:defRPr sz="1275" b="1">
                <a:solidFill>
                  <a:srgbClr val="17365D"/>
                </a:solidFill>
              </a:defRPr>
            </a:lvl6pPr>
            <a:lvl7pPr algn="ctr">
              <a:defRPr sz="1275" b="1">
                <a:solidFill>
                  <a:srgbClr val="17365D"/>
                </a:solidFill>
              </a:defRPr>
            </a:lvl7pPr>
            <a:lvl8pPr algn="ctr">
              <a:defRPr sz="1275" b="1">
                <a:solidFill>
                  <a:srgbClr val="17365D"/>
                </a:solidFill>
              </a:defRPr>
            </a:lvl8pPr>
            <a:lvl9pPr algn="ctr">
              <a:defRPr sz="1275" b="1">
                <a:solidFill>
                  <a:srgbClr val="17365D"/>
                </a:solidFill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7365D"/>
                </a:solidFill>
              </a:defRPr>
            </a:pPr>
            <a:r>
              <a:rPr sz="1275" b="1">
                <a:solidFill>
                  <a:srgbClr val="17365D"/>
                </a:solidFill>
              </a:rPr>
              <a:t>P3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EA6A05D-2B2D-4905-8896-FDF0E9D4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667085"/>
                </a:solidFill>
              </a:defRPr>
            </a:defPPr>
            <a:lvl1pPr algn="l">
              <a:defRPr sz="1125" b="0">
                <a:solidFill>
                  <a:srgbClr val="667085"/>
                </a:solidFill>
              </a:defRPr>
            </a:lvl1pPr>
            <a:lvl2pPr algn="l">
              <a:defRPr sz="1125" b="0">
                <a:solidFill>
                  <a:srgbClr val="667085"/>
                </a:solidFill>
              </a:defRPr>
            </a:lvl2pPr>
            <a:lvl3pPr algn="l">
              <a:defRPr sz="1125" b="0">
                <a:solidFill>
                  <a:srgbClr val="667085"/>
                </a:solidFill>
              </a:defRPr>
            </a:lvl3pPr>
            <a:lvl4pPr algn="l">
              <a:defRPr sz="1125" b="0">
                <a:solidFill>
                  <a:srgbClr val="667085"/>
                </a:solidFill>
              </a:defRPr>
            </a:lvl4pPr>
            <a:lvl5pPr algn="l">
              <a:defRPr sz="1125" b="0">
                <a:solidFill>
                  <a:srgbClr val="667085"/>
                </a:solidFill>
              </a:defRPr>
            </a:lvl5pPr>
            <a:lvl6pPr algn="l">
              <a:defRPr sz="1125" b="0">
                <a:solidFill>
                  <a:srgbClr val="667085"/>
                </a:solidFill>
              </a:defRPr>
            </a:lvl6pPr>
            <a:lvl7pPr algn="l">
              <a:defRPr sz="1125" b="0">
                <a:solidFill>
                  <a:srgbClr val="667085"/>
                </a:solidFill>
              </a:defRPr>
            </a:lvl7pPr>
            <a:lvl8pPr algn="l">
              <a:defRPr sz="1125" b="0">
                <a:solidFill>
                  <a:srgbClr val="667085"/>
                </a:solidFill>
              </a:defRPr>
            </a:lvl8pPr>
            <a:lvl9pPr algn="l">
              <a:defRPr sz="1125" b="0">
                <a:solidFill>
                  <a:srgbClr val="667085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Impacto: alcance en marcas, pedidos, consumidores o proceso. Urgencia: daño de esperar.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7172858-C05F-41CB-B81F-305ABDCB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7167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1">
                <a:solidFill>
                  <a:srgbClr val="356DB5"/>
                </a:solidFill>
              </a:defRPr>
            </a:defPPr>
            <a:lvl1pPr algn="l">
              <a:defRPr sz="1050" b="1">
                <a:solidFill>
                  <a:srgbClr val="356DB5"/>
                </a:solidFill>
              </a:defRPr>
            </a:lvl1pPr>
            <a:lvl2pPr algn="l">
              <a:defRPr sz="1050" b="1">
                <a:solidFill>
                  <a:srgbClr val="356DB5"/>
                </a:solidFill>
              </a:defRPr>
            </a:lvl2pPr>
            <a:lvl3pPr algn="l">
              <a:defRPr sz="1050" b="1">
                <a:solidFill>
                  <a:srgbClr val="356DB5"/>
                </a:solidFill>
              </a:defRPr>
            </a:lvl3pPr>
            <a:lvl4pPr algn="l">
              <a:defRPr sz="1050" b="1">
                <a:solidFill>
                  <a:srgbClr val="356DB5"/>
                </a:solidFill>
              </a:defRPr>
            </a:lvl4pPr>
            <a:lvl5pPr algn="l">
              <a:defRPr sz="1050" b="1">
                <a:solidFill>
                  <a:srgbClr val="356DB5"/>
                </a:solidFill>
              </a:defRPr>
            </a:lvl5pPr>
            <a:lvl6pPr algn="l">
              <a:defRPr sz="1050" b="1">
                <a:solidFill>
                  <a:srgbClr val="356DB5"/>
                </a:solidFill>
              </a:defRPr>
            </a:lvl6pPr>
            <a:lvl7pPr algn="l">
              <a:defRPr sz="1050" b="1">
                <a:solidFill>
                  <a:srgbClr val="356DB5"/>
                </a:solidFill>
              </a:defRPr>
            </a:lvl7pPr>
            <a:lvl8pPr algn="l">
              <a:defRPr sz="1050" b="1">
                <a:solidFill>
                  <a:srgbClr val="356DB5"/>
                </a:solidFill>
              </a:defRPr>
            </a:lvl8pPr>
            <a:lvl9pPr algn="l">
              <a:defRPr sz="1050" b="1">
                <a:solidFill>
                  <a:srgbClr val="356DB5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356DB5"/>
                </a:solidFill>
              </a:defRPr>
            </a:pPr>
            <a:r>
              <a:rPr sz="1050" b="1">
                <a:solidFill>
                  <a:srgbClr val="356DB5"/>
                </a:solidFill>
              </a:rPr>
              <a:t>OBJETIVOS DE RESPUESTA Y RESTAURACIÓN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8224F1C-3443-4C0B-9D47-08014C67D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81250"/>
            <a:ext cx="51625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02743"/>
          </a:solidFill>
          <a:ln xmlns:a="http://schemas.openxmlformats.org/drawingml/2006/main" w="9525">
            <a:solidFill>
              <a:srgbClr val="10274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D658D1F-90E2-46C9-A7E5-CEF85AFA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0507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</a:defRPr>
            </a:defPPr>
            <a:lvl1pPr algn="l">
              <a:defRPr sz="975" b="1">
                <a:solidFill>
                  <a:srgbClr val="FFFFFF"/>
                </a:solidFill>
              </a:defRPr>
            </a:lvl1pPr>
            <a:lvl2pPr algn="l">
              <a:defRPr sz="975" b="1">
                <a:solidFill>
                  <a:srgbClr val="FFFFFF"/>
                </a:solidFill>
              </a:defRPr>
            </a:lvl2pPr>
            <a:lvl3pPr algn="l">
              <a:defRPr sz="975" b="1">
                <a:solidFill>
                  <a:srgbClr val="FFFFFF"/>
                </a:solidFill>
              </a:defRPr>
            </a:lvl3pPr>
            <a:lvl4pPr algn="l">
              <a:defRPr sz="975" b="1">
                <a:solidFill>
                  <a:srgbClr val="FFFFFF"/>
                </a:solidFill>
              </a:defRPr>
            </a:lvl4pPr>
            <a:lvl5pPr algn="l">
              <a:defRPr sz="975" b="1">
                <a:solidFill>
                  <a:srgbClr val="FFFFFF"/>
                </a:solidFill>
              </a:defRPr>
            </a:lvl5pPr>
            <a:lvl6pPr algn="l">
              <a:defRPr sz="975" b="1">
                <a:solidFill>
                  <a:srgbClr val="FFFFFF"/>
                </a:solidFill>
              </a:defRPr>
            </a:lvl6pPr>
            <a:lvl7pPr algn="l">
              <a:defRPr sz="975" b="1">
                <a:solidFill>
                  <a:srgbClr val="FFFFFF"/>
                </a:solidFill>
              </a:defRPr>
            </a:lvl7pPr>
            <a:lvl8pPr algn="l">
              <a:defRPr sz="975" b="1">
                <a:solidFill>
                  <a:srgbClr val="FFFFFF"/>
                </a:solidFill>
              </a:defRPr>
            </a:lvl8pPr>
            <a:lvl9pPr algn="l"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Prioridad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5F2A88E-24BE-4CA9-A32A-687A8EED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050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</a:defRPr>
            </a:defPPr>
            <a:lvl1pPr algn="l">
              <a:defRPr sz="975" b="1">
                <a:solidFill>
                  <a:srgbClr val="FFFFFF"/>
                </a:solidFill>
              </a:defRPr>
            </a:lvl1pPr>
            <a:lvl2pPr algn="l">
              <a:defRPr sz="975" b="1">
                <a:solidFill>
                  <a:srgbClr val="FFFFFF"/>
                </a:solidFill>
              </a:defRPr>
            </a:lvl2pPr>
            <a:lvl3pPr algn="l">
              <a:defRPr sz="975" b="1">
                <a:solidFill>
                  <a:srgbClr val="FFFFFF"/>
                </a:solidFill>
              </a:defRPr>
            </a:lvl3pPr>
            <a:lvl4pPr algn="l">
              <a:defRPr sz="975" b="1">
                <a:solidFill>
                  <a:srgbClr val="FFFFFF"/>
                </a:solidFill>
              </a:defRPr>
            </a:lvl4pPr>
            <a:lvl5pPr algn="l">
              <a:defRPr sz="975" b="1">
                <a:solidFill>
                  <a:srgbClr val="FFFFFF"/>
                </a:solidFill>
              </a:defRPr>
            </a:lvl5pPr>
            <a:lvl6pPr algn="l">
              <a:defRPr sz="975" b="1">
                <a:solidFill>
                  <a:srgbClr val="FFFFFF"/>
                </a:solidFill>
              </a:defRPr>
            </a:lvl6pPr>
            <a:lvl7pPr algn="l">
              <a:defRPr sz="975" b="1">
                <a:solidFill>
                  <a:srgbClr val="FFFFFF"/>
                </a:solidFill>
              </a:defRPr>
            </a:lvl7pPr>
            <a:lvl8pPr algn="l">
              <a:defRPr sz="975" b="1">
                <a:solidFill>
                  <a:srgbClr val="FFFFFF"/>
                </a:solidFill>
              </a:defRPr>
            </a:lvl8pPr>
            <a:lvl9pPr algn="l"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Respuesta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DBF4D43-F849-4946-8C91-08EF8E474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0507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</a:defRPr>
            </a:defPPr>
            <a:lvl1pPr algn="l">
              <a:defRPr sz="975" b="1">
                <a:solidFill>
                  <a:srgbClr val="FFFFFF"/>
                </a:solidFill>
              </a:defRPr>
            </a:lvl1pPr>
            <a:lvl2pPr algn="l">
              <a:defRPr sz="975" b="1">
                <a:solidFill>
                  <a:srgbClr val="FFFFFF"/>
                </a:solidFill>
              </a:defRPr>
            </a:lvl2pPr>
            <a:lvl3pPr algn="l">
              <a:defRPr sz="975" b="1">
                <a:solidFill>
                  <a:srgbClr val="FFFFFF"/>
                </a:solidFill>
              </a:defRPr>
            </a:lvl3pPr>
            <a:lvl4pPr algn="l">
              <a:defRPr sz="975" b="1">
                <a:solidFill>
                  <a:srgbClr val="FFFFFF"/>
                </a:solidFill>
              </a:defRPr>
            </a:lvl4pPr>
            <a:lvl5pPr algn="l">
              <a:defRPr sz="975" b="1">
                <a:solidFill>
                  <a:srgbClr val="FFFFFF"/>
                </a:solidFill>
              </a:defRPr>
            </a:lvl5pPr>
            <a:lvl6pPr algn="l">
              <a:defRPr sz="975" b="1">
                <a:solidFill>
                  <a:srgbClr val="FFFFFF"/>
                </a:solidFill>
              </a:defRPr>
            </a:lvl6pPr>
            <a:lvl7pPr algn="l">
              <a:defRPr sz="975" b="1">
                <a:solidFill>
                  <a:srgbClr val="FFFFFF"/>
                </a:solidFill>
              </a:defRPr>
            </a:lvl7pPr>
            <a:lvl8pPr algn="l">
              <a:defRPr sz="975" b="1">
                <a:solidFill>
                  <a:srgbClr val="FFFFFF"/>
                </a:solidFill>
              </a:defRPr>
            </a:lvl8pPr>
            <a:lvl9pPr algn="l"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Restaurar / cumplir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D8AE6C8-FC93-4F53-934C-6D580F774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95600"/>
            <a:ext cx="516255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078CD7B-0A3A-4217-BDC6-362FA787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09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1">
                <a:solidFill>
                  <a:srgbClr val="17365D"/>
                </a:solidFill>
              </a:defRPr>
            </a:defPPr>
            <a:lvl1pPr algn="l">
              <a:defRPr sz="1200" b="1">
                <a:solidFill>
                  <a:srgbClr val="17365D"/>
                </a:solidFill>
              </a:defRPr>
            </a:lvl1pPr>
            <a:lvl2pPr algn="l">
              <a:defRPr sz="1200" b="1">
                <a:solidFill>
                  <a:srgbClr val="17365D"/>
                </a:solidFill>
              </a:defRPr>
            </a:lvl2pPr>
            <a:lvl3pPr algn="l">
              <a:defRPr sz="1200" b="1">
                <a:solidFill>
                  <a:srgbClr val="17365D"/>
                </a:solidFill>
              </a:defRPr>
            </a:lvl3pPr>
            <a:lvl4pPr algn="l">
              <a:defRPr sz="1200" b="1">
                <a:solidFill>
                  <a:srgbClr val="17365D"/>
                </a:solidFill>
              </a:defRPr>
            </a:lvl4pPr>
            <a:lvl5pPr algn="l">
              <a:defRPr sz="1200" b="1">
                <a:solidFill>
                  <a:srgbClr val="17365D"/>
                </a:solidFill>
              </a:defRPr>
            </a:lvl5pPr>
            <a:lvl6pPr algn="l">
              <a:defRPr sz="1200" b="1">
                <a:solidFill>
                  <a:srgbClr val="17365D"/>
                </a:solidFill>
              </a:defRPr>
            </a:lvl6pPr>
            <a:lvl7pPr algn="l">
              <a:defRPr sz="1200" b="1">
                <a:solidFill>
                  <a:srgbClr val="17365D"/>
                </a:solidFill>
              </a:defRPr>
            </a:lvl7pPr>
            <a:lvl8pPr algn="l">
              <a:defRPr sz="1200" b="1">
                <a:solidFill>
                  <a:srgbClr val="17365D"/>
                </a:solidFill>
              </a:defRPr>
            </a:lvl8pPr>
            <a:lvl9pPr algn="l">
              <a:defRPr sz="1200" b="1">
                <a:solidFill>
                  <a:srgbClr val="17365D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7365D"/>
                </a:solidFill>
              </a:defRPr>
            </a:pPr>
            <a:r>
              <a:rPr sz="1200" b="1">
                <a:solidFill>
                  <a:srgbClr val="17365D"/>
                </a:solidFill>
              </a:rPr>
              <a:t>P1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2DE7AC8-F73B-4583-9BB7-5E22498F7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099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>
                <a:solidFill>
                  <a:srgbClr val="101828"/>
                </a:solidFill>
              </a:defRPr>
            </a:defPPr>
            <a:lvl1pPr algn="l">
              <a:defRPr sz="1200" b="0">
                <a:solidFill>
                  <a:srgbClr val="101828"/>
                </a:solidFill>
              </a:defRPr>
            </a:lvl1pPr>
            <a:lvl2pPr algn="l">
              <a:defRPr sz="1200" b="0">
                <a:solidFill>
                  <a:srgbClr val="101828"/>
                </a:solidFill>
              </a:defRPr>
            </a:lvl2pPr>
            <a:lvl3pPr algn="l">
              <a:defRPr sz="1200" b="0">
                <a:solidFill>
                  <a:srgbClr val="101828"/>
                </a:solidFill>
              </a:defRPr>
            </a:lvl3pPr>
            <a:lvl4pPr algn="l">
              <a:defRPr sz="1200" b="0">
                <a:solidFill>
                  <a:srgbClr val="101828"/>
                </a:solidFill>
              </a:defRPr>
            </a:lvl4pPr>
            <a:lvl5pPr algn="l">
              <a:defRPr sz="1200" b="0">
                <a:solidFill>
                  <a:srgbClr val="101828"/>
                </a:solidFill>
              </a:defRPr>
            </a:lvl5pPr>
            <a:lvl6pPr algn="l">
              <a:defRPr sz="1200" b="0">
                <a:solidFill>
                  <a:srgbClr val="101828"/>
                </a:solidFill>
              </a:defRPr>
            </a:lvl6pPr>
            <a:lvl7pPr algn="l">
              <a:defRPr sz="1200" b="0">
                <a:solidFill>
                  <a:srgbClr val="101828"/>
                </a:solidFill>
              </a:defRPr>
            </a:lvl7pPr>
            <a:lvl8pPr algn="l">
              <a:defRPr sz="1200" b="0">
                <a:solidFill>
                  <a:srgbClr val="101828"/>
                </a:solidFill>
              </a:defRPr>
            </a:lvl8pPr>
            <a:lvl9pPr algn="l">
              <a:defRPr sz="1200" b="0">
                <a:solidFill>
                  <a:srgbClr val="101828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15 min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D1C4C62-9870-4065-9C12-73B31284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099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>
                <a:solidFill>
                  <a:srgbClr val="101828"/>
                </a:solidFill>
              </a:defRPr>
            </a:defPPr>
            <a:lvl1pPr algn="l">
              <a:defRPr sz="1200" b="0">
                <a:solidFill>
                  <a:srgbClr val="101828"/>
                </a:solidFill>
              </a:defRPr>
            </a:lvl1pPr>
            <a:lvl2pPr algn="l">
              <a:defRPr sz="1200" b="0">
                <a:solidFill>
                  <a:srgbClr val="101828"/>
                </a:solidFill>
              </a:defRPr>
            </a:lvl2pPr>
            <a:lvl3pPr algn="l">
              <a:defRPr sz="1200" b="0">
                <a:solidFill>
                  <a:srgbClr val="101828"/>
                </a:solidFill>
              </a:defRPr>
            </a:lvl3pPr>
            <a:lvl4pPr algn="l">
              <a:defRPr sz="1200" b="0">
                <a:solidFill>
                  <a:srgbClr val="101828"/>
                </a:solidFill>
              </a:defRPr>
            </a:lvl4pPr>
            <a:lvl5pPr algn="l">
              <a:defRPr sz="1200" b="0">
                <a:solidFill>
                  <a:srgbClr val="101828"/>
                </a:solidFill>
              </a:defRPr>
            </a:lvl5pPr>
            <a:lvl6pPr algn="l">
              <a:defRPr sz="1200" b="0">
                <a:solidFill>
                  <a:srgbClr val="101828"/>
                </a:solidFill>
              </a:defRPr>
            </a:lvl6pPr>
            <a:lvl7pPr algn="l">
              <a:defRPr sz="1200" b="0">
                <a:solidFill>
                  <a:srgbClr val="101828"/>
                </a:solidFill>
              </a:defRPr>
            </a:lvl7pPr>
            <a:lvl8pPr algn="l">
              <a:defRPr sz="1200" b="0">
                <a:solidFill>
                  <a:srgbClr val="101828"/>
                </a:solidFill>
              </a:defRPr>
            </a:lvl8pPr>
            <a:lvl9pPr algn="l">
              <a:defRPr sz="1200" b="0">
                <a:solidFill>
                  <a:srgbClr val="101828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4 h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79D87B9-A6CB-40D8-BCDF-096FC83BD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242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1">
                <a:solidFill>
                  <a:srgbClr val="17365D"/>
                </a:solidFill>
              </a:defRPr>
            </a:defPPr>
            <a:lvl1pPr algn="l">
              <a:defRPr sz="1200" b="1">
                <a:solidFill>
                  <a:srgbClr val="17365D"/>
                </a:solidFill>
              </a:defRPr>
            </a:lvl1pPr>
            <a:lvl2pPr algn="l">
              <a:defRPr sz="1200" b="1">
                <a:solidFill>
                  <a:srgbClr val="17365D"/>
                </a:solidFill>
              </a:defRPr>
            </a:lvl2pPr>
            <a:lvl3pPr algn="l">
              <a:defRPr sz="1200" b="1">
                <a:solidFill>
                  <a:srgbClr val="17365D"/>
                </a:solidFill>
              </a:defRPr>
            </a:lvl3pPr>
            <a:lvl4pPr algn="l">
              <a:defRPr sz="1200" b="1">
                <a:solidFill>
                  <a:srgbClr val="17365D"/>
                </a:solidFill>
              </a:defRPr>
            </a:lvl4pPr>
            <a:lvl5pPr algn="l">
              <a:defRPr sz="1200" b="1">
                <a:solidFill>
                  <a:srgbClr val="17365D"/>
                </a:solidFill>
              </a:defRPr>
            </a:lvl5pPr>
            <a:lvl6pPr algn="l">
              <a:defRPr sz="1200" b="1">
                <a:solidFill>
                  <a:srgbClr val="17365D"/>
                </a:solidFill>
              </a:defRPr>
            </a:lvl6pPr>
            <a:lvl7pPr algn="l">
              <a:defRPr sz="1200" b="1">
                <a:solidFill>
                  <a:srgbClr val="17365D"/>
                </a:solidFill>
              </a:defRPr>
            </a:lvl7pPr>
            <a:lvl8pPr algn="l">
              <a:defRPr sz="1200" b="1">
                <a:solidFill>
                  <a:srgbClr val="17365D"/>
                </a:solidFill>
              </a:defRPr>
            </a:lvl8pPr>
            <a:lvl9pPr algn="l">
              <a:defRPr sz="1200" b="1">
                <a:solidFill>
                  <a:srgbClr val="17365D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7365D"/>
                </a:solidFill>
              </a:defRPr>
            </a:pPr>
            <a:r>
              <a:rPr sz="1200" b="1">
                <a:solidFill>
                  <a:srgbClr val="17365D"/>
                </a:solidFill>
              </a:rPr>
              <a:t>P2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CD57430-EE1B-42B2-B196-B8624D1B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242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>
                <a:solidFill>
                  <a:srgbClr val="101828"/>
                </a:solidFill>
              </a:defRPr>
            </a:defPPr>
            <a:lvl1pPr algn="l">
              <a:defRPr sz="1200" b="0">
                <a:solidFill>
                  <a:srgbClr val="101828"/>
                </a:solidFill>
              </a:defRPr>
            </a:lvl1pPr>
            <a:lvl2pPr algn="l">
              <a:defRPr sz="1200" b="0">
                <a:solidFill>
                  <a:srgbClr val="101828"/>
                </a:solidFill>
              </a:defRPr>
            </a:lvl2pPr>
            <a:lvl3pPr algn="l">
              <a:defRPr sz="1200" b="0">
                <a:solidFill>
                  <a:srgbClr val="101828"/>
                </a:solidFill>
              </a:defRPr>
            </a:lvl3pPr>
            <a:lvl4pPr algn="l">
              <a:defRPr sz="1200" b="0">
                <a:solidFill>
                  <a:srgbClr val="101828"/>
                </a:solidFill>
              </a:defRPr>
            </a:lvl4pPr>
            <a:lvl5pPr algn="l">
              <a:defRPr sz="1200" b="0">
                <a:solidFill>
                  <a:srgbClr val="101828"/>
                </a:solidFill>
              </a:defRPr>
            </a:lvl5pPr>
            <a:lvl6pPr algn="l">
              <a:defRPr sz="1200" b="0">
                <a:solidFill>
                  <a:srgbClr val="101828"/>
                </a:solidFill>
              </a:defRPr>
            </a:lvl6pPr>
            <a:lvl7pPr algn="l">
              <a:defRPr sz="1200" b="0">
                <a:solidFill>
                  <a:srgbClr val="101828"/>
                </a:solidFill>
              </a:defRPr>
            </a:lvl7pPr>
            <a:lvl8pPr algn="l">
              <a:defRPr sz="1200" b="0">
                <a:solidFill>
                  <a:srgbClr val="101828"/>
                </a:solidFill>
              </a:defRPr>
            </a:lvl8pPr>
            <a:lvl9pPr algn="l">
              <a:defRPr sz="1200" b="0">
                <a:solidFill>
                  <a:srgbClr val="101828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1 h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9BB195C-17C8-4F10-A1A3-76D16F729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242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>
                <a:solidFill>
                  <a:srgbClr val="101828"/>
                </a:solidFill>
              </a:defRPr>
            </a:defPPr>
            <a:lvl1pPr algn="l">
              <a:defRPr sz="1200" b="0">
                <a:solidFill>
                  <a:srgbClr val="101828"/>
                </a:solidFill>
              </a:defRPr>
            </a:lvl1pPr>
            <a:lvl2pPr algn="l">
              <a:defRPr sz="1200" b="0">
                <a:solidFill>
                  <a:srgbClr val="101828"/>
                </a:solidFill>
              </a:defRPr>
            </a:lvl2pPr>
            <a:lvl3pPr algn="l">
              <a:defRPr sz="1200" b="0">
                <a:solidFill>
                  <a:srgbClr val="101828"/>
                </a:solidFill>
              </a:defRPr>
            </a:lvl3pPr>
            <a:lvl4pPr algn="l">
              <a:defRPr sz="1200" b="0">
                <a:solidFill>
                  <a:srgbClr val="101828"/>
                </a:solidFill>
              </a:defRPr>
            </a:lvl4pPr>
            <a:lvl5pPr algn="l">
              <a:defRPr sz="1200" b="0">
                <a:solidFill>
                  <a:srgbClr val="101828"/>
                </a:solidFill>
              </a:defRPr>
            </a:lvl5pPr>
            <a:lvl6pPr algn="l">
              <a:defRPr sz="1200" b="0">
                <a:solidFill>
                  <a:srgbClr val="101828"/>
                </a:solidFill>
              </a:defRPr>
            </a:lvl6pPr>
            <a:lvl7pPr algn="l">
              <a:defRPr sz="1200" b="0">
                <a:solidFill>
                  <a:srgbClr val="101828"/>
                </a:solidFill>
              </a:defRPr>
            </a:lvl7pPr>
            <a:lvl8pPr algn="l">
              <a:defRPr sz="1200" b="0">
                <a:solidFill>
                  <a:srgbClr val="101828"/>
                </a:solidFill>
              </a:defRPr>
            </a:lvl8pPr>
            <a:lvl9pPr algn="l">
              <a:defRPr sz="1200" b="0">
                <a:solidFill>
                  <a:srgbClr val="101828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24 h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CDD0D51-E0D3-4C1C-9194-5B9A4B95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24300"/>
            <a:ext cx="516255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8661000-D67A-4301-A505-74D77BCAA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386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1">
                <a:solidFill>
                  <a:srgbClr val="17365D"/>
                </a:solidFill>
              </a:defRPr>
            </a:defPPr>
            <a:lvl1pPr algn="l">
              <a:defRPr sz="1200" b="1">
                <a:solidFill>
                  <a:srgbClr val="17365D"/>
                </a:solidFill>
              </a:defRPr>
            </a:lvl1pPr>
            <a:lvl2pPr algn="l">
              <a:defRPr sz="1200" b="1">
                <a:solidFill>
                  <a:srgbClr val="17365D"/>
                </a:solidFill>
              </a:defRPr>
            </a:lvl2pPr>
            <a:lvl3pPr algn="l">
              <a:defRPr sz="1200" b="1">
                <a:solidFill>
                  <a:srgbClr val="17365D"/>
                </a:solidFill>
              </a:defRPr>
            </a:lvl3pPr>
            <a:lvl4pPr algn="l">
              <a:defRPr sz="1200" b="1">
                <a:solidFill>
                  <a:srgbClr val="17365D"/>
                </a:solidFill>
              </a:defRPr>
            </a:lvl4pPr>
            <a:lvl5pPr algn="l">
              <a:defRPr sz="1200" b="1">
                <a:solidFill>
                  <a:srgbClr val="17365D"/>
                </a:solidFill>
              </a:defRPr>
            </a:lvl5pPr>
            <a:lvl6pPr algn="l">
              <a:defRPr sz="1200" b="1">
                <a:solidFill>
                  <a:srgbClr val="17365D"/>
                </a:solidFill>
              </a:defRPr>
            </a:lvl6pPr>
            <a:lvl7pPr algn="l">
              <a:defRPr sz="1200" b="1">
                <a:solidFill>
                  <a:srgbClr val="17365D"/>
                </a:solidFill>
              </a:defRPr>
            </a:lvl7pPr>
            <a:lvl8pPr algn="l">
              <a:defRPr sz="1200" b="1">
                <a:solidFill>
                  <a:srgbClr val="17365D"/>
                </a:solidFill>
              </a:defRPr>
            </a:lvl8pPr>
            <a:lvl9pPr algn="l">
              <a:defRPr sz="1200" b="1">
                <a:solidFill>
                  <a:srgbClr val="17365D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7365D"/>
                </a:solidFill>
              </a:defRPr>
            </a:pPr>
            <a:r>
              <a:rPr sz="1200" b="1">
                <a:solidFill>
                  <a:srgbClr val="17365D"/>
                </a:solidFill>
              </a:rPr>
              <a:t>P3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B21A8C7-44C8-4F36-8AF3-0E308B44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386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>
                <a:solidFill>
                  <a:srgbClr val="101828"/>
                </a:solidFill>
              </a:defRPr>
            </a:defPPr>
            <a:lvl1pPr algn="l">
              <a:defRPr sz="1200" b="0">
                <a:solidFill>
                  <a:srgbClr val="101828"/>
                </a:solidFill>
              </a:defRPr>
            </a:lvl1pPr>
            <a:lvl2pPr algn="l">
              <a:defRPr sz="1200" b="0">
                <a:solidFill>
                  <a:srgbClr val="101828"/>
                </a:solidFill>
              </a:defRPr>
            </a:lvl2pPr>
            <a:lvl3pPr algn="l">
              <a:defRPr sz="1200" b="0">
                <a:solidFill>
                  <a:srgbClr val="101828"/>
                </a:solidFill>
              </a:defRPr>
            </a:lvl3pPr>
            <a:lvl4pPr algn="l">
              <a:defRPr sz="1200" b="0">
                <a:solidFill>
                  <a:srgbClr val="101828"/>
                </a:solidFill>
              </a:defRPr>
            </a:lvl4pPr>
            <a:lvl5pPr algn="l">
              <a:defRPr sz="1200" b="0">
                <a:solidFill>
                  <a:srgbClr val="101828"/>
                </a:solidFill>
              </a:defRPr>
            </a:lvl5pPr>
            <a:lvl6pPr algn="l">
              <a:defRPr sz="1200" b="0">
                <a:solidFill>
                  <a:srgbClr val="101828"/>
                </a:solidFill>
              </a:defRPr>
            </a:lvl6pPr>
            <a:lvl7pPr algn="l">
              <a:defRPr sz="1200" b="0">
                <a:solidFill>
                  <a:srgbClr val="101828"/>
                </a:solidFill>
              </a:defRPr>
            </a:lvl7pPr>
            <a:lvl8pPr algn="l">
              <a:defRPr sz="1200" b="0">
                <a:solidFill>
                  <a:srgbClr val="101828"/>
                </a:solidFill>
              </a:defRPr>
            </a:lvl8pPr>
            <a:lvl9pPr algn="l">
              <a:defRPr sz="1200" b="0">
                <a:solidFill>
                  <a:srgbClr val="101828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4 h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34B3F08-A25E-4668-852A-65B61CC11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386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>
                <a:solidFill>
                  <a:srgbClr val="101828"/>
                </a:solidFill>
              </a:defRPr>
            </a:defPPr>
            <a:lvl1pPr algn="l">
              <a:defRPr sz="1200" b="0">
                <a:solidFill>
                  <a:srgbClr val="101828"/>
                </a:solidFill>
              </a:defRPr>
            </a:lvl1pPr>
            <a:lvl2pPr algn="l">
              <a:defRPr sz="1200" b="0">
                <a:solidFill>
                  <a:srgbClr val="101828"/>
                </a:solidFill>
              </a:defRPr>
            </a:lvl2pPr>
            <a:lvl3pPr algn="l">
              <a:defRPr sz="1200" b="0">
                <a:solidFill>
                  <a:srgbClr val="101828"/>
                </a:solidFill>
              </a:defRPr>
            </a:lvl3pPr>
            <a:lvl4pPr algn="l">
              <a:defRPr sz="1200" b="0">
                <a:solidFill>
                  <a:srgbClr val="101828"/>
                </a:solidFill>
              </a:defRPr>
            </a:lvl4pPr>
            <a:lvl5pPr algn="l">
              <a:defRPr sz="1200" b="0">
                <a:solidFill>
                  <a:srgbClr val="101828"/>
                </a:solidFill>
              </a:defRPr>
            </a:lvl5pPr>
            <a:lvl6pPr algn="l">
              <a:defRPr sz="1200" b="0">
                <a:solidFill>
                  <a:srgbClr val="101828"/>
                </a:solidFill>
              </a:defRPr>
            </a:lvl6pPr>
            <a:lvl7pPr algn="l">
              <a:defRPr sz="1200" b="0">
                <a:solidFill>
                  <a:srgbClr val="101828"/>
                </a:solidFill>
              </a:defRPr>
            </a:lvl7pPr>
            <a:lvl8pPr algn="l">
              <a:defRPr sz="1200" b="0">
                <a:solidFill>
                  <a:srgbClr val="101828"/>
                </a:solidFill>
              </a:defRPr>
            </a:lvl8pPr>
            <a:lvl9pPr algn="l">
              <a:defRPr sz="1200" b="0">
                <a:solidFill>
                  <a:srgbClr val="101828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3 días hábiles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FC7EB7C-19B2-4D33-96B7-A6B60A4C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19625"/>
            <a:ext cx="5162550" cy="885825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F2DFBA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F1D7230-8B5B-4D83-BAB1-99320273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72025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72501B"/>
                </a:solidFill>
              </a:defRPr>
            </a:defPPr>
            <a:lvl1pPr algn="l">
              <a:defRPr sz="1125" b="1">
                <a:solidFill>
                  <a:srgbClr val="72501B"/>
                </a:solidFill>
              </a:defRPr>
            </a:lvl1pPr>
            <a:lvl2pPr algn="l">
              <a:defRPr sz="1125" b="1">
                <a:solidFill>
                  <a:srgbClr val="72501B"/>
                </a:solidFill>
              </a:defRPr>
            </a:lvl2pPr>
            <a:lvl3pPr algn="l">
              <a:defRPr sz="1125" b="1">
                <a:solidFill>
                  <a:srgbClr val="72501B"/>
                </a:solidFill>
              </a:defRPr>
            </a:lvl3pPr>
            <a:lvl4pPr algn="l">
              <a:defRPr sz="1125" b="1">
                <a:solidFill>
                  <a:srgbClr val="72501B"/>
                </a:solidFill>
              </a:defRPr>
            </a:lvl4pPr>
            <a:lvl5pPr algn="l">
              <a:defRPr sz="1125" b="1">
                <a:solidFill>
                  <a:srgbClr val="72501B"/>
                </a:solidFill>
              </a:defRPr>
            </a:lvl5pPr>
            <a:lvl6pPr algn="l">
              <a:defRPr sz="1125" b="1">
                <a:solidFill>
                  <a:srgbClr val="72501B"/>
                </a:solidFill>
              </a:defRPr>
            </a:lvl6pPr>
            <a:lvl7pPr algn="l">
              <a:defRPr sz="1125" b="1">
                <a:solidFill>
                  <a:srgbClr val="72501B"/>
                </a:solidFill>
              </a:defRPr>
            </a:lvl7pPr>
            <a:lvl8pPr algn="l">
              <a:defRPr sz="1125" b="1">
                <a:solidFill>
                  <a:srgbClr val="72501B"/>
                </a:solidFill>
              </a:defRPr>
            </a:lvl8pPr>
            <a:lvl9pPr algn="l">
              <a:defRPr sz="1125" b="1">
                <a:solidFill>
                  <a:srgbClr val="72501B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72501B"/>
                </a:solidFill>
              </a:defRPr>
            </a:pPr>
            <a:r>
              <a:rPr sz="1125" b="1">
                <a:solidFill>
                  <a:srgbClr val="72501B"/>
                </a:solidFill>
              </a:rPr>
              <a:t>La Fase 1 fija 95% mensual. Se presenta como SLO interno hasta acordar consecuencias contractuales de un SLA.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6A9C53B-9E0F-4231-8EAD-F6AB975A2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00" b="0">
                <a:solidFill>
                  <a:srgbClr val="667085"/>
                </a:solidFill>
              </a:defRPr>
            </a:defPPr>
            <a:lvl1pPr algn="l">
              <a:defRPr sz="900" b="0">
                <a:solidFill>
                  <a:srgbClr val="667085"/>
                </a:solidFill>
              </a:defRPr>
            </a:lvl1pPr>
            <a:lvl2pPr algn="l">
              <a:defRPr sz="900" b="0">
                <a:solidFill>
                  <a:srgbClr val="667085"/>
                </a:solidFill>
              </a:defRPr>
            </a:lvl2pPr>
            <a:lvl3pPr algn="l">
              <a:defRPr sz="900" b="0">
                <a:solidFill>
                  <a:srgbClr val="667085"/>
                </a:solidFill>
              </a:defRPr>
            </a:lvl3pPr>
            <a:lvl4pPr algn="l">
              <a:defRPr sz="900" b="0">
                <a:solidFill>
                  <a:srgbClr val="667085"/>
                </a:solidFill>
              </a:defRPr>
            </a:lvl4pPr>
            <a:lvl5pPr algn="l">
              <a:defRPr sz="900" b="0">
                <a:solidFill>
                  <a:srgbClr val="667085"/>
                </a:solidFill>
              </a:defRPr>
            </a:lvl5pPr>
            <a:lvl6pPr algn="l">
              <a:defRPr sz="900" b="0">
                <a:solidFill>
                  <a:srgbClr val="667085"/>
                </a:solidFill>
              </a:defRPr>
            </a:lvl6pPr>
            <a:lvl7pPr algn="l">
              <a:defRPr sz="900" b="0">
                <a:solidFill>
                  <a:srgbClr val="667085"/>
                </a:solidFill>
              </a:defRPr>
            </a:lvl7pPr>
            <a:lvl8pPr algn="l">
              <a:defRPr sz="900" b="0">
                <a:solidFill>
                  <a:srgbClr val="667085"/>
                </a:solidFill>
              </a:defRPr>
            </a:lvl8pPr>
            <a:lvl9pPr algn="l">
              <a:defRPr sz="900" b="0">
                <a:solidFill>
                  <a:srgbClr val="667085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Fase 2 · Demo académica · Datos ficticios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E346B1B-F33C-41C0-9A9B-5BCD4C415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900" b="1">
                <a:solidFill>
                  <a:srgbClr val="667085"/>
                </a:solidFill>
              </a:defRPr>
            </a:defPPr>
            <a:lvl1pPr algn="r">
              <a:defRPr sz="900" b="1">
                <a:solidFill>
                  <a:srgbClr val="667085"/>
                </a:solidFill>
              </a:defRPr>
            </a:lvl1pPr>
            <a:lvl2pPr algn="r">
              <a:defRPr sz="900" b="1">
                <a:solidFill>
                  <a:srgbClr val="667085"/>
                </a:solidFill>
              </a:defRPr>
            </a:lvl2pPr>
            <a:lvl3pPr algn="r">
              <a:defRPr sz="900" b="1">
                <a:solidFill>
                  <a:srgbClr val="667085"/>
                </a:solidFill>
              </a:defRPr>
            </a:lvl3pPr>
            <a:lvl4pPr algn="r">
              <a:defRPr sz="900" b="1">
                <a:solidFill>
                  <a:srgbClr val="667085"/>
                </a:solidFill>
              </a:defRPr>
            </a:lvl4pPr>
            <a:lvl5pPr algn="r">
              <a:defRPr sz="900" b="1">
                <a:solidFill>
                  <a:srgbClr val="667085"/>
                </a:solidFill>
              </a:defRPr>
            </a:lvl5pPr>
            <a:lvl6pPr algn="r">
              <a:defRPr sz="900" b="1">
                <a:solidFill>
                  <a:srgbClr val="667085"/>
                </a:solidFill>
              </a:defRPr>
            </a:lvl6pPr>
            <a:lvl7pPr algn="r">
              <a:defRPr sz="900" b="1">
                <a:solidFill>
                  <a:srgbClr val="667085"/>
                </a:solidFill>
              </a:defRPr>
            </a:lvl7pPr>
            <a:lvl8pPr algn="r">
              <a:defRPr sz="900" b="1">
                <a:solidFill>
                  <a:srgbClr val="667085"/>
                </a:solidFill>
              </a:defRPr>
            </a:lvl8pPr>
            <a:lvl9pPr algn="r">
              <a:defRPr sz="900" b="1">
                <a:solidFill>
                  <a:srgbClr val="667085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044120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231D3E9-C74F-4589-82DB-352722ED0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1">
                <a:solidFill>
                  <a:srgbClr val="356DB5"/>
                </a:solidFill>
              </a:defRPr>
            </a:defPPr>
            <a:lvl1pPr algn="l">
              <a:defRPr sz="1050" b="1">
                <a:solidFill>
                  <a:srgbClr val="356DB5"/>
                </a:solidFill>
              </a:defRPr>
            </a:lvl1pPr>
            <a:lvl2pPr algn="l">
              <a:defRPr sz="1050" b="1">
                <a:solidFill>
                  <a:srgbClr val="356DB5"/>
                </a:solidFill>
              </a:defRPr>
            </a:lvl2pPr>
            <a:lvl3pPr algn="l">
              <a:defRPr sz="1050" b="1">
                <a:solidFill>
                  <a:srgbClr val="356DB5"/>
                </a:solidFill>
              </a:defRPr>
            </a:lvl3pPr>
            <a:lvl4pPr algn="l">
              <a:defRPr sz="1050" b="1">
                <a:solidFill>
                  <a:srgbClr val="356DB5"/>
                </a:solidFill>
              </a:defRPr>
            </a:lvl4pPr>
            <a:lvl5pPr algn="l">
              <a:defRPr sz="1050" b="1">
                <a:solidFill>
                  <a:srgbClr val="356DB5"/>
                </a:solidFill>
              </a:defRPr>
            </a:lvl5pPr>
            <a:lvl6pPr algn="l">
              <a:defRPr sz="1050" b="1">
                <a:solidFill>
                  <a:srgbClr val="356DB5"/>
                </a:solidFill>
              </a:defRPr>
            </a:lvl6pPr>
            <a:lvl7pPr algn="l">
              <a:defRPr sz="1050" b="1">
                <a:solidFill>
                  <a:srgbClr val="356DB5"/>
                </a:solidFill>
              </a:defRPr>
            </a:lvl7pPr>
            <a:lvl8pPr algn="l">
              <a:defRPr sz="1050" b="1">
                <a:solidFill>
                  <a:srgbClr val="356DB5"/>
                </a:solidFill>
              </a:defRPr>
            </a:lvl8pPr>
            <a:lvl9pPr algn="l">
              <a:defRPr sz="1050" b="1">
                <a:solidFill>
                  <a:srgbClr val="356DB5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356DB5"/>
                </a:solidFill>
              </a:defRPr>
            </a:pPr>
            <a:r>
              <a:rPr sz="1050" b="1">
                <a:solidFill>
                  <a:srgbClr val="356DB5"/>
                </a:solidFill>
              </a:rPr>
              <a:t>BEVSTACK · SERVICE DESK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5B7007-7085-4AB6-B050-A9CD66E9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000" b="1">
                <a:solidFill>
                  <a:srgbClr val="102743"/>
                </a:solidFill>
              </a:defRPr>
            </a:defPPr>
            <a:lvl1pPr algn="l">
              <a:defRPr sz="3000" b="1">
                <a:solidFill>
                  <a:srgbClr val="102743"/>
                </a:solidFill>
              </a:defRPr>
            </a:lvl1pPr>
            <a:lvl2pPr algn="l">
              <a:defRPr sz="3000" b="1">
                <a:solidFill>
                  <a:srgbClr val="102743"/>
                </a:solidFill>
              </a:defRPr>
            </a:lvl2pPr>
            <a:lvl3pPr algn="l">
              <a:defRPr sz="3000" b="1">
                <a:solidFill>
                  <a:srgbClr val="102743"/>
                </a:solidFill>
              </a:defRPr>
            </a:lvl3pPr>
            <a:lvl4pPr algn="l">
              <a:defRPr sz="3000" b="1">
                <a:solidFill>
                  <a:srgbClr val="102743"/>
                </a:solidFill>
              </a:defRPr>
            </a:lvl4pPr>
            <a:lvl5pPr algn="l">
              <a:defRPr sz="3000" b="1">
                <a:solidFill>
                  <a:srgbClr val="102743"/>
                </a:solidFill>
              </a:defRPr>
            </a:lvl5pPr>
            <a:lvl6pPr algn="l">
              <a:defRPr sz="3000" b="1">
                <a:solidFill>
                  <a:srgbClr val="102743"/>
                </a:solidFill>
              </a:defRPr>
            </a:lvl6pPr>
            <a:lvl7pPr algn="l">
              <a:defRPr sz="3000" b="1">
                <a:solidFill>
                  <a:srgbClr val="102743"/>
                </a:solidFill>
              </a:defRPr>
            </a:lvl7pPr>
            <a:lvl8pPr algn="l">
              <a:defRPr sz="3000" b="1">
                <a:solidFill>
                  <a:srgbClr val="102743"/>
                </a:solidFill>
              </a:defRPr>
            </a:lvl8pPr>
            <a:lvl9pPr algn="l">
              <a:defRPr sz="3000" b="1">
                <a:solidFill>
                  <a:srgbClr val="102743"/>
                </a:solidFill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02743"/>
                </a:solidFill>
              </a:defRPr>
            </a:pPr>
            <a:r>
              <a:rPr sz="3000" b="1">
                <a:solidFill>
                  <a:srgbClr val="102743"/>
                </a:solidFill>
              </a:rPr>
              <a:t>Principios ITSM aplicados al diseño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D4F90F-368C-4FA7-AC60-58D9C217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5DF1ED-112B-4886-AD75-E1B8AAD8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667085"/>
                </a:solidFill>
              </a:defRPr>
            </a:defPPr>
            <a:lvl1pPr algn="l">
              <a:defRPr sz="1500" b="0">
                <a:solidFill>
                  <a:srgbClr val="667085"/>
                </a:solidFill>
              </a:defRPr>
            </a:lvl1pPr>
            <a:lvl2pPr algn="l">
              <a:defRPr sz="1500" b="0">
                <a:solidFill>
                  <a:srgbClr val="667085"/>
                </a:solidFill>
              </a:defRPr>
            </a:lvl2pPr>
            <a:lvl3pPr algn="l">
              <a:defRPr sz="1500" b="0">
                <a:solidFill>
                  <a:srgbClr val="667085"/>
                </a:solidFill>
              </a:defRPr>
            </a:lvl3pPr>
            <a:lvl4pPr algn="l">
              <a:defRPr sz="1500" b="0">
                <a:solidFill>
                  <a:srgbClr val="667085"/>
                </a:solidFill>
              </a:defRPr>
            </a:lvl4pPr>
            <a:lvl5pPr algn="l">
              <a:defRPr sz="1500" b="0">
                <a:solidFill>
                  <a:srgbClr val="667085"/>
                </a:solidFill>
              </a:defRPr>
            </a:lvl5pPr>
            <a:lvl6pPr algn="l">
              <a:defRPr sz="1500" b="0">
                <a:solidFill>
                  <a:srgbClr val="667085"/>
                </a:solidFill>
              </a:defRPr>
            </a:lvl6pPr>
            <a:lvl7pPr algn="l">
              <a:defRPr sz="1500" b="0">
                <a:solidFill>
                  <a:srgbClr val="667085"/>
                </a:solidFill>
              </a:defRPr>
            </a:lvl7pPr>
            <a:lvl8pPr algn="l">
              <a:defRPr sz="1500" b="0">
                <a:solidFill>
                  <a:srgbClr val="667085"/>
                </a:solidFill>
              </a:defRPr>
            </a:lvl8pPr>
            <a:lvl9pPr algn="l">
              <a:defRPr sz="1500" b="0">
                <a:solidFill>
                  <a:srgbClr val="667085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67085"/>
                </a:solidFill>
              </a:defRPr>
            </a:pPr>
            <a:r>
              <a:rPr sz="1500" b="0">
                <a:solidFill>
                  <a:srgbClr val="667085"/>
                </a:solidFill>
              </a:rPr>
              <a:t>Los principios de ITIL 4 orientan la mejora sin ampliar el alcance innecesariamente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98184A-0F91-41AB-921A-7ABD1E87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3390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1">
                <a:solidFill>
                  <a:srgbClr val="356DB5"/>
                </a:solidFill>
              </a:defRPr>
            </a:defPPr>
            <a:lvl1pPr algn="l">
              <a:defRPr sz="975" b="1">
                <a:solidFill>
                  <a:srgbClr val="356DB5"/>
                </a:solidFill>
              </a:defRPr>
            </a:lvl1pPr>
            <a:lvl2pPr algn="l">
              <a:defRPr sz="975" b="1">
                <a:solidFill>
                  <a:srgbClr val="356DB5"/>
                </a:solidFill>
              </a:defRPr>
            </a:lvl2pPr>
            <a:lvl3pPr algn="l">
              <a:defRPr sz="975" b="1">
                <a:solidFill>
                  <a:srgbClr val="356DB5"/>
                </a:solidFill>
              </a:defRPr>
            </a:lvl3pPr>
            <a:lvl4pPr algn="l">
              <a:defRPr sz="975" b="1">
                <a:solidFill>
                  <a:srgbClr val="356DB5"/>
                </a:solidFill>
              </a:defRPr>
            </a:lvl4pPr>
            <a:lvl5pPr algn="l">
              <a:defRPr sz="975" b="1">
                <a:solidFill>
                  <a:srgbClr val="356DB5"/>
                </a:solidFill>
              </a:defRPr>
            </a:lvl5pPr>
            <a:lvl6pPr algn="l">
              <a:defRPr sz="975" b="1">
                <a:solidFill>
                  <a:srgbClr val="356DB5"/>
                </a:solidFill>
              </a:defRPr>
            </a:lvl6pPr>
            <a:lvl7pPr algn="l">
              <a:defRPr sz="975" b="1">
                <a:solidFill>
                  <a:srgbClr val="356DB5"/>
                </a:solidFill>
              </a:defRPr>
            </a:lvl7pPr>
            <a:lvl8pPr algn="l">
              <a:defRPr sz="975" b="1">
                <a:solidFill>
                  <a:srgbClr val="356DB5"/>
                </a:solidFill>
              </a:defRPr>
            </a:lvl8pPr>
            <a:lvl9pPr algn="l">
              <a:defRPr sz="975" b="1">
                <a:solidFill>
                  <a:srgbClr val="356DB5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356DB5"/>
                </a:solidFill>
              </a:defRPr>
            </a:pPr>
            <a:r>
              <a:rPr sz="975" b="1">
                <a:solidFill>
                  <a:srgbClr val="356DB5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B4FD59-30D8-4B4E-BA09-2F400BC20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339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17365D"/>
                </a:solidFill>
              </a:defRPr>
            </a:defPPr>
            <a:lvl1pPr algn="l">
              <a:defRPr sz="1500" b="1">
                <a:solidFill>
                  <a:srgbClr val="17365D"/>
                </a:solidFill>
              </a:defRPr>
            </a:lvl1pPr>
            <a:lvl2pPr algn="l">
              <a:defRPr sz="1500" b="1">
                <a:solidFill>
                  <a:srgbClr val="17365D"/>
                </a:solidFill>
              </a:defRPr>
            </a:lvl2pPr>
            <a:lvl3pPr algn="l">
              <a:defRPr sz="1500" b="1">
                <a:solidFill>
                  <a:srgbClr val="17365D"/>
                </a:solidFill>
              </a:defRPr>
            </a:lvl3pPr>
            <a:lvl4pPr algn="l">
              <a:defRPr sz="1500" b="1">
                <a:solidFill>
                  <a:srgbClr val="17365D"/>
                </a:solidFill>
              </a:defRPr>
            </a:lvl4pPr>
            <a:lvl5pPr algn="l">
              <a:defRPr sz="1500" b="1">
                <a:solidFill>
                  <a:srgbClr val="17365D"/>
                </a:solidFill>
              </a:defRPr>
            </a:lvl5pPr>
            <a:lvl6pPr algn="l">
              <a:defRPr sz="1500" b="1">
                <a:solidFill>
                  <a:srgbClr val="17365D"/>
                </a:solidFill>
              </a:defRPr>
            </a:lvl6pPr>
            <a:lvl7pPr algn="l">
              <a:defRPr sz="1500" b="1">
                <a:solidFill>
                  <a:srgbClr val="17365D"/>
                </a:solidFill>
              </a:defRPr>
            </a:lvl7pPr>
            <a:lvl8pPr algn="l">
              <a:defRPr sz="1500" b="1">
                <a:solidFill>
                  <a:srgbClr val="17365D"/>
                </a:solidFill>
              </a:defRPr>
            </a:lvl8pPr>
            <a:lvl9pPr algn="l">
              <a:defRPr sz="1500" b="1">
                <a:solidFill>
                  <a:srgbClr val="17365D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365D"/>
                </a:solidFill>
              </a:defRPr>
            </a:pPr>
            <a:r>
              <a:rPr sz="1500" b="1">
                <a:solidFill>
                  <a:srgbClr val="17365D"/>
                </a:solidFill>
              </a:rPr>
              <a:t>Enfocarse en el valor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CCA8CB-53DA-4062-94A2-C811B8896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3295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101828"/>
                </a:solidFill>
              </a:defRPr>
            </a:defPPr>
            <a:lvl1pPr algn="l">
              <a:defRPr sz="1125" b="0">
                <a:solidFill>
                  <a:srgbClr val="101828"/>
                </a:solidFill>
              </a:defRPr>
            </a:lvl1pPr>
            <a:lvl2pPr algn="l">
              <a:defRPr sz="1125" b="0">
                <a:solidFill>
                  <a:srgbClr val="101828"/>
                </a:solidFill>
              </a:defRPr>
            </a:lvl2pPr>
            <a:lvl3pPr algn="l">
              <a:defRPr sz="1125" b="0">
                <a:solidFill>
                  <a:srgbClr val="101828"/>
                </a:solidFill>
              </a:defRPr>
            </a:lvl3pPr>
            <a:lvl4pPr algn="l">
              <a:defRPr sz="1125" b="0">
                <a:solidFill>
                  <a:srgbClr val="101828"/>
                </a:solidFill>
              </a:defRPr>
            </a:lvl4pPr>
            <a:lvl5pPr algn="l">
              <a:defRPr sz="1125" b="0">
                <a:solidFill>
                  <a:srgbClr val="101828"/>
                </a:solidFill>
              </a:defRPr>
            </a:lvl5pPr>
            <a:lvl6pPr algn="l">
              <a:defRPr sz="1125" b="0">
                <a:solidFill>
                  <a:srgbClr val="101828"/>
                </a:solidFill>
              </a:defRPr>
            </a:lvl6pPr>
            <a:lvl7pPr algn="l">
              <a:defRPr sz="1125" b="0">
                <a:solidFill>
                  <a:srgbClr val="101828"/>
                </a:solidFill>
              </a:defRPr>
            </a:lvl7pPr>
            <a:lvl8pPr algn="l">
              <a:defRPr sz="1125" b="0">
                <a:solidFill>
                  <a:srgbClr val="101828"/>
                </a:solidFill>
              </a:defRPr>
            </a:lvl8pPr>
            <a:lvl9pPr algn="l">
              <a:defRPr sz="1125" b="0">
                <a:solidFill>
                  <a:srgbClr val="101828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La experiencia de marcas y consumidores guía el alcance.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0A32B8-A10D-49CD-88E6-002A42303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3295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EEB635-C918-4865-953E-AD994D6D5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95500"/>
            <a:ext cx="3390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1">
                <a:solidFill>
                  <a:srgbClr val="356DB5"/>
                </a:solidFill>
              </a:defRPr>
            </a:defPPr>
            <a:lvl1pPr algn="l">
              <a:defRPr sz="975" b="1">
                <a:solidFill>
                  <a:srgbClr val="356DB5"/>
                </a:solidFill>
              </a:defRPr>
            </a:lvl1pPr>
            <a:lvl2pPr algn="l">
              <a:defRPr sz="975" b="1">
                <a:solidFill>
                  <a:srgbClr val="356DB5"/>
                </a:solidFill>
              </a:defRPr>
            </a:lvl2pPr>
            <a:lvl3pPr algn="l">
              <a:defRPr sz="975" b="1">
                <a:solidFill>
                  <a:srgbClr val="356DB5"/>
                </a:solidFill>
              </a:defRPr>
            </a:lvl3pPr>
            <a:lvl4pPr algn="l">
              <a:defRPr sz="975" b="1">
                <a:solidFill>
                  <a:srgbClr val="356DB5"/>
                </a:solidFill>
              </a:defRPr>
            </a:lvl4pPr>
            <a:lvl5pPr algn="l">
              <a:defRPr sz="975" b="1">
                <a:solidFill>
                  <a:srgbClr val="356DB5"/>
                </a:solidFill>
              </a:defRPr>
            </a:lvl5pPr>
            <a:lvl6pPr algn="l">
              <a:defRPr sz="975" b="1">
                <a:solidFill>
                  <a:srgbClr val="356DB5"/>
                </a:solidFill>
              </a:defRPr>
            </a:lvl6pPr>
            <a:lvl7pPr algn="l">
              <a:defRPr sz="975" b="1">
                <a:solidFill>
                  <a:srgbClr val="356DB5"/>
                </a:solidFill>
              </a:defRPr>
            </a:lvl7pPr>
            <a:lvl8pPr algn="l">
              <a:defRPr sz="975" b="1">
                <a:solidFill>
                  <a:srgbClr val="356DB5"/>
                </a:solidFill>
              </a:defRPr>
            </a:lvl8pPr>
            <a:lvl9pPr algn="l">
              <a:defRPr sz="975" b="1">
                <a:solidFill>
                  <a:srgbClr val="356DB5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356DB5"/>
                </a:solidFill>
              </a:defRPr>
            </a:pPr>
            <a:r>
              <a:rPr sz="975" b="1">
                <a:solidFill>
                  <a:srgbClr val="356DB5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9F9014-C359-4512-92A1-59A6C99C1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52675"/>
            <a:ext cx="339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17365D"/>
                </a:solidFill>
              </a:defRPr>
            </a:defPPr>
            <a:lvl1pPr algn="l">
              <a:defRPr sz="1500" b="1">
                <a:solidFill>
                  <a:srgbClr val="17365D"/>
                </a:solidFill>
              </a:defRPr>
            </a:lvl1pPr>
            <a:lvl2pPr algn="l">
              <a:defRPr sz="1500" b="1">
                <a:solidFill>
                  <a:srgbClr val="17365D"/>
                </a:solidFill>
              </a:defRPr>
            </a:lvl2pPr>
            <a:lvl3pPr algn="l">
              <a:defRPr sz="1500" b="1">
                <a:solidFill>
                  <a:srgbClr val="17365D"/>
                </a:solidFill>
              </a:defRPr>
            </a:lvl3pPr>
            <a:lvl4pPr algn="l">
              <a:defRPr sz="1500" b="1">
                <a:solidFill>
                  <a:srgbClr val="17365D"/>
                </a:solidFill>
              </a:defRPr>
            </a:lvl4pPr>
            <a:lvl5pPr algn="l">
              <a:defRPr sz="1500" b="1">
                <a:solidFill>
                  <a:srgbClr val="17365D"/>
                </a:solidFill>
              </a:defRPr>
            </a:lvl5pPr>
            <a:lvl6pPr algn="l">
              <a:defRPr sz="1500" b="1">
                <a:solidFill>
                  <a:srgbClr val="17365D"/>
                </a:solidFill>
              </a:defRPr>
            </a:lvl6pPr>
            <a:lvl7pPr algn="l">
              <a:defRPr sz="1500" b="1">
                <a:solidFill>
                  <a:srgbClr val="17365D"/>
                </a:solidFill>
              </a:defRPr>
            </a:lvl7pPr>
            <a:lvl8pPr algn="l">
              <a:defRPr sz="1500" b="1">
                <a:solidFill>
                  <a:srgbClr val="17365D"/>
                </a:solidFill>
              </a:defRPr>
            </a:lvl8pPr>
            <a:lvl9pPr algn="l">
              <a:defRPr sz="1500" b="1">
                <a:solidFill>
                  <a:srgbClr val="17365D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365D"/>
                </a:solidFill>
              </a:defRPr>
            </a:pPr>
            <a:r>
              <a:rPr sz="1500" b="1">
                <a:solidFill>
                  <a:srgbClr val="17365D"/>
                </a:solidFill>
              </a:rPr>
              <a:t>Empezar donde estamos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9C2318-E11E-423B-B7EE-E4B608A1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24150"/>
            <a:ext cx="3295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101828"/>
                </a:solidFill>
              </a:defRPr>
            </a:defPPr>
            <a:lvl1pPr algn="l">
              <a:defRPr sz="1125" b="0">
                <a:solidFill>
                  <a:srgbClr val="101828"/>
                </a:solidFill>
              </a:defRPr>
            </a:lvl1pPr>
            <a:lvl2pPr algn="l">
              <a:defRPr sz="1125" b="0">
                <a:solidFill>
                  <a:srgbClr val="101828"/>
                </a:solidFill>
              </a:defRPr>
            </a:lvl2pPr>
            <a:lvl3pPr algn="l">
              <a:defRPr sz="1125" b="0">
                <a:solidFill>
                  <a:srgbClr val="101828"/>
                </a:solidFill>
              </a:defRPr>
            </a:lvl3pPr>
            <a:lvl4pPr algn="l">
              <a:defRPr sz="1125" b="0">
                <a:solidFill>
                  <a:srgbClr val="101828"/>
                </a:solidFill>
              </a:defRPr>
            </a:lvl4pPr>
            <a:lvl5pPr algn="l">
              <a:defRPr sz="1125" b="0">
                <a:solidFill>
                  <a:srgbClr val="101828"/>
                </a:solidFill>
              </a:defRPr>
            </a:lvl5pPr>
            <a:lvl6pPr algn="l">
              <a:defRPr sz="1125" b="0">
                <a:solidFill>
                  <a:srgbClr val="101828"/>
                </a:solidFill>
              </a:defRPr>
            </a:lvl6pPr>
            <a:lvl7pPr algn="l">
              <a:defRPr sz="1125" b="0">
                <a:solidFill>
                  <a:srgbClr val="101828"/>
                </a:solidFill>
              </a:defRPr>
            </a:lvl7pPr>
            <a:lvl8pPr algn="l">
              <a:defRPr sz="1125" b="0">
                <a:solidFill>
                  <a:srgbClr val="101828"/>
                </a:solidFill>
              </a:defRPr>
            </a:lvl8pPr>
            <a:lvl9pPr algn="l">
              <a:defRPr sz="1125" b="0">
                <a:solidFill>
                  <a:srgbClr val="101828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Partimos del catálogo y los acuerdos de Fase 1.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1F82EA-DC81-4764-AD99-E2915B7A3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38525"/>
            <a:ext cx="3295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8F5EDD-5A90-4B3E-A882-9A5C6738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95500"/>
            <a:ext cx="3390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1">
                <a:solidFill>
                  <a:srgbClr val="356DB5"/>
                </a:solidFill>
              </a:defRPr>
            </a:defPPr>
            <a:lvl1pPr algn="l">
              <a:defRPr sz="975" b="1">
                <a:solidFill>
                  <a:srgbClr val="356DB5"/>
                </a:solidFill>
              </a:defRPr>
            </a:lvl1pPr>
            <a:lvl2pPr algn="l">
              <a:defRPr sz="975" b="1">
                <a:solidFill>
                  <a:srgbClr val="356DB5"/>
                </a:solidFill>
              </a:defRPr>
            </a:lvl2pPr>
            <a:lvl3pPr algn="l">
              <a:defRPr sz="975" b="1">
                <a:solidFill>
                  <a:srgbClr val="356DB5"/>
                </a:solidFill>
              </a:defRPr>
            </a:lvl3pPr>
            <a:lvl4pPr algn="l">
              <a:defRPr sz="975" b="1">
                <a:solidFill>
                  <a:srgbClr val="356DB5"/>
                </a:solidFill>
              </a:defRPr>
            </a:lvl4pPr>
            <a:lvl5pPr algn="l">
              <a:defRPr sz="975" b="1">
                <a:solidFill>
                  <a:srgbClr val="356DB5"/>
                </a:solidFill>
              </a:defRPr>
            </a:lvl5pPr>
            <a:lvl6pPr algn="l">
              <a:defRPr sz="975" b="1">
                <a:solidFill>
                  <a:srgbClr val="356DB5"/>
                </a:solidFill>
              </a:defRPr>
            </a:lvl6pPr>
            <a:lvl7pPr algn="l">
              <a:defRPr sz="975" b="1">
                <a:solidFill>
                  <a:srgbClr val="356DB5"/>
                </a:solidFill>
              </a:defRPr>
            </a:lvl7pPr>
            <a:lvl8pPr algn="l">
              <a:defRPr sz="975" b="1">
                <a:solidFill>
                  <a:srgbClr val="356DB5"/>
                </a:solidFill>
              </a:defRPr>
            </a:lvl8pPr>
            <a:lvl9pPr algn="l">
              <a:defRPr sz="975" b="1">
                <a:solidFill>
                  <a:srgbClr val="356DB5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356DB5"/>
                </a:solidFill>
              </a:defRPr>
            </a:pPr>
            <a:r>
              <a:rPr sz="975" b="1">
                <a:solidFill>
                  <a:srgbClr val="356DB5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396509-E51A-43C1-8789-C66203F69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52675"/>
            <a:ext cx="339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17365D"/>
                </a:solidFill>
              </a:defRPr>
            </a:defPPr>
            <a:lvl1pPr algn="l">
              <a:defRPr sz="1500" b="1">
                <a:solidFill>
                  <a:srgbClr val="17365D"/>
                </a:solidFill>
              </a:defRPr>
            </a:lvl1pPr>
            <a:lvl2pPr algn="l">
              <a:defRPr sz="1500" b="1">
                <a:solidFill>
                  <a:srgbClr val="17365D"/>
                </a:solidFill>
              </a:defRPr>
            </a:lvl2pPr>
            <a:lvl3pPr algn="l">
              <a:defRPr sz="1500" b="1">
                <a:solidFill>
                  <a:srgbClr val="17365D"/>
                </a:solidFill>
              </a:defRPr>
            </a:lvl3pPr>
            <a:lvl4pPr algn="l">
              <a:defRPr sz="1500" b="1">
                <a:solidFill>
                  <a:srgbClr val="17365D"/>
                </a:solidFill>
              </a:defRPr>
            </a:lvl4pPr>
            <a:lvl5pPr algn="l">
              <a:defRPr sz="1500" b="1">
                <a:solidFill>
                  <a:srgbClr val="17365D"/>
                </a:solidFill>
              </a:defRPr>
            </a:lvl5pPr>
            <a:lvl6pPr algn="l">
              <a:defRPr sz="1500" b="1">
                <a:solidFill>
                  <a:srgbClr val="17365D"/>
                </a:solidFill>
              </a:defRPr>
            </a:lvl6pPr>
            <a:lvl7pPr algn="l">
              <a:defRPr sz="1500" b="1">
                <a:solidFill>
                  <a:srgbClr val="17365D"/>
                </a:solidFill>
              </a:defRPr>
            </a:lvl7pPr>
            <a:lvl8pPr algn="l">
              <a:defRPr sz="1500" b="1">
                <a:solidFill>
                  <a:srgbClr val="17365D"/>
                </a:solidFill>
              </a:defRPr>
            </a:lvl8pPr>
            <a:lvl9pPr algn="l">
              <a:defRPr sz="1500" b="1">
                <a:solidFill>
                  <a:srgbClr val="17365D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365D"/>
                </a:solidFill>
              </a:defRPr>
            </a:pPr>
            <a:r>
              <a:rPr sz="1500" b="1">
                <a:solidFill>
                  <a:srgbClr val="17365D"/>
                </a:solidFill>
              </a:rPr>
              <a:t>Avanzar con feedback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922424-CFC6-4A42-8F4D-E39A292F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24150"/>
            <a:ext cx="3295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101828"/>
                </a:solidFill>
              </a:defRPr>
            </a:defPPr>
            <a:lvl1pPr algn="l">
              <a:defRPr sz="1125" b="0">
                <a:solidFill>
                  <a:srgbClr val="101828"/>
                </a:solidFill>
              </a:defRPr>
            </a:lvl1pPr>
            <a:lvl2pPr algn="l">
              <a:defRPr sz="1125" b="0">
                <a:solidFill>
                  <a:srgbClr val="101828"/>
                </a:solidFill>
              </a:defRPr>
            </a:lvl2pPr>
            <a:lvl3pPr algn="l">
              <a:defRPr sz="1125" b="0">
                <a:solidFill>
                  <a:srgbClr val="101828"/>
                </a:solidFill>
              </a:defRPr>
            </a:lvl3pPr>
            <a:lvl4pPr algn="l">
              <a:defRPr sz="1125" b="0">
                <a:solidFill>
                  <a:srgbClr val="101828"/>
                </a:solidFill>
              </a:defRPr>
            </a:lvl4pPr>
            <a:lvl5pPr algn="l">
              <a:defRPr sz="1125" b="0">
                <a:solidFill>
                  <a:srgbClr val="101828"/>
                </a:solidFill>
              </a:defRPr>
            </a:lvl5pPr>
            <a:lvl6pPr algn="l">
              <a:defRPr sz="1125" b="0">
                <a:solidFill>
                  <a:srgbClr val="101828"/>
                </a:solidFill>
              </a:defRPr>
            </a:lvl6pPr>
            <a:lvl7pPr algn="l">
              <a:defRPr sz="1125" b="0">
                <a:solidFill>
                  <a:srgbClr val="101828"/>
                </a:solidFill>
              </a:defRPr>
            </a:lvl7pPr>
            <a:lvl8pPr algn="l">
              <a:defRPr sz="1125" b="0">
                <a:solidFill>
                  <a:srgbClr val="101828"/>
                </a:solidFill>
              </a:defRPr>
            </a:lvl8pPr>
            <a:lvl9pPr algn="l">
              <a:defRPr sz="1125" b="0">
                <a:solidFill>
                  <a:srgbClr val="101828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El comentario recibido concreta roles y canales.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70957E-708D-46DB-B828-EC31BE5C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438525"/>
            <a:ext cx="3295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DADD18-5F79-498C-A5C5-A826EB09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3390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1">
                <a:solidFill>
                  <a:srgbClr val="356DB5"/>
                </a:solidFill>
              </a:defRPr>
            </a:defPPr>
            <a:lvl1pPr algn="l">
              <a:defRPr sz="975" b="1">
                <a:solidFill>
                  <a:srgbClr val="356DB5"/>
                </a:solidFill>
              </a:defRPr>
            </a:lvl1pPr>
            <a:lvl2pPr algn="l">
              <a:defRPr sz="975" b="1">
                <a:solidFill>
                  <a:srgbClr val="356DB5"/>
                </a:solidFill>
              </a:defRPr>
            </a:lvl2pPr>
            <a:lvl3pPr algn="l">
              <a:defRPr sz="975" b="1">
                <a:solidFill>
                  <a:srgbClr val="356DB5"/>
                </a:solidFill>
              </a:defRPr>
            </a:lvl3pPr>
            <a:lvl4pPr algn="l">
              <a:defRPr sz="975" b="1">
                <a:solidFill>
                  <a:srgbClr val="356DB5"/>
                </a:solidFill>
              </a:defRPr>
            </a:lvl4pPr>
            <a:lvl5pPr algn="l">
              <a:defRPr sz="975" b="1">
                <a:solidFill>
                  <a:srgbClr val="356DB5"/>
                </a:solidFill>
              </a:defRPr>
            </a:lvl5pPr>
            <a:lvl6pPr algn="l">
              <a:defRPr sz="975" b="1">
                <a:solidFill>
                  <a:srgbClr val="356DB5"/>
                </a:solidFill>
              </a:defRPr>
            </a:lvl6pPr>
            <a:lvl7pPr algn="l">
              <a:defRPr sz="975" b="1">
                <a:solidFill>
                  <a:srgbClr val="356DB5"/>
                </a:solidFill>
              </a:defRPr>
            </a:lvl7pPr>
            <a:lvl8pPr algn="l">
              <a:defRPr sz="975" b="1">
                <a:solidFill>
                  <a:srgbClr val="356DB5"/>
                </a:solidFill>
              </a:defRPr>
            </a:lvl8pPr>
            <a:lvl9pPr algn="l">
              <a:defRPr sz="975" b="1">
                <a:solidFill>
                  <a:srgbClr val="356DB5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356DB5"/>
                </a:solidFill>
              </a:defRPr>
            </a:pPr>
            <a:r>
              <a:rPr sz="975" b="1">
                <a:solidFill>
                  <a:srgbClr val="356DB5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321955-001A-4267-B640-2331B9F0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3825"/>
            <a:ext cx="339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17365D"/>
                </a:solidFill>
              </a:defRPr>
            </a:defPPr>
            <a:lvl1pPr algn="l">
              <a:defRPr sz="1500" b="1">
                <a:solidFill>
                  <a:srgbClr val="17365D"/>
                </a:solidFill>
              </a:defRPr>
            </a:lvl1pPr>
            <a:lvl2pPr algn="l">
              <a:defRPr sz="1500" b="1">
                <a:solidFill>
                  <a:srgbClr val="17365D"/>
                </a:solidFill>
              </a:defRPr>
            </a:lvl2pPr>
            <a:lvl3pPr algn="l">
              <a:defRPr sz="1500" b="1">
                <a:solidFill>
                  <a:srgbClr val="17365D"/>
                </a:solidFill>
              </a:defRPr>
            </a:lvl3pPr>
            <a:lvl4pPr algn="l">
              <a:defRPr sz="1500" b="1">
                <a:solidFill>
                  <a:srgbClr val="17365D"/>
                </a:solidFill>
              </a:defRPr>
            </a:lvl4pPr>
            <a:lvl5pPr algn="l">
              <a:defRPr sz="1500" b="1">
                <a:solidFill>
                  <a:srgbClr val="17365D"/>
                </a:solidFill>
              </a:defRPr>
            </a:lvl5pPr>
            <a:lvl6pPr algn="l">
              <a:defRPr sz="1500" b="1">
                <a:solidFill>
                  <a:srgbClr val="17365D"/>
                </a:solidFill>
              </a:defRPr>
            </a:lvl6pPr>
            <a:lvl7pPr algn="l">
              <a:defRPr sz="1500" b="1">
                <a:solidFill>
                  <a:srgbClr val="17365D"/>
                </a:solidFill>
              </a:defRPr>
            </a:lvl7pPr>
            <a:lvl8pPr algn="l">
              <a:defRPr sz="1500" b="1">
                <a:solidFill>
                  <a:srgbClr val="17365D"/>
                </a:solidFill>
              </a:defRPr>
            </a:lvl8pPr>
            <a:lvl9pPr algn="l">
              <a:defRPr sz="1500" b="1">
                <a:solidFill>
                  <a:srgbClr val="17365D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365D"/>
                </a:solidFill>
              </a:defRPr>
            </a:pPr>
            <a:r>
              <a:rPr sz="1500" b="1">
                <a:solidFill>
                  <a:srgbClr val="17365D"/>
                </a:solidFill>
              </a:rPr>
              <a:t>Colaborar y dar visibilidad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F9CD51-2C28-4073-8921-BBD759AC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3295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101828"/>
                </a:solidFill>
              </a:defRPr>
            </a:defPPr>
            <a:lvl1pPr algn="l">
              <a:defRPr sz="1125" b="0">
                <a:solidFill>
                  <a:srgbClr val="101828"/>
                </a:solidFill>
              </a:defRPr>
            </a:lvl1pPr>
            <a:lvl2pPr algn="l">
              <a:defRPr sz="1125" b="0">
                <a:solidFill>
                  <a:srgbClr val="101828"/>
                </a:solidFill>
              </a:defRPr>
            </a:lvl2pPr>
            <a:lvl3pPr algn="l">
              <a:defRPr sz="1125" b="0">
                <a:solidFill>
                  <a:srgbClr val="101828"/>
                </a:solidFill>
              </a:defRPr>
            </a:lvl3pPr>
            <a:lvl4pPr algn="l">
              <a:defRPr sz="1125" b="0">
                <a:solidFill>
                  <a:srgbClr val="101828"/>
                </a:solidFill>
              </a:defRPr>
            </a:lvl4pPr>
            <a:lvl5pPr algn="l">
              <a:defRPr sz="1125" b="0">
                <a:solidFill>
                  <a:srgbClr val="101828"/>
                </a:solidFill>
              </a:defRPr>
            </a:lvl5pPr>
            <a:lvl6pPr algn="l">
              <a:defRPr sz="1125" b="0">
                <a:solidFill>
                  <a:srgbClr val="101828"/>
                </a:solidFill>
              </a:defRPr>
            </a:lvl6pPr>
            <a:lvl7pPr algn="l">
              <a:defRPr sz="1125" b="0">
                <a:solidFill>
                  <a:srgbClr val="101828"/>
                </a:solidFill>
              </a:defRPr>
            </a:lvl7pPr>
            <a:lvl8pPr algn="l">
              <a:defRPr sz="1125" b="0">
                <a:solidFill>
                  <a:srgbClr val="101828"/>
                </a:solidFill>
              </a:defRPr>
            </a:lvl8pPr>
            <a:lvl9pPr algn="l">
              <a:defRPr sz="1125" b="0">
                <a:solidFill>
                  <a:srgbClr val="101828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AM/CS comunican; Tech investiga; el ticket comparte estado.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E160D9-A286-49A8-8394-D45BD7567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9675"/>
            <a:ext cx="3295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47B2AE-7DDE-4F98-A423-76538A78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76650"/>
            <a:ext cx="3390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1">
                <a:solidFill>
                  <a:srgbClr val="356DB5"/>
                </a:solidFill>
              </a:defRPr>
            </a:defPPr>
            <a:lvl1pPr algn="l">
              <a:defRPr sz="975" b="1">
                <a:solidFill>
                  <a:srgbClr val="356DB5"/>
                </a:solidFill>
              </a:defRPr>
            </a:lvl1pPr>
            <a:lvl2pPr algn="l">
              <a:defRPr sz="975" b="1">
                <a:solidFill>
                  <a:srgbClr val="356DB5"/>
                </a:solidFill>
              </a:defRPr>
            </a:lvl2pPr>
            <a:lvl3pPr algn="l">
              <a:defRPr sz="975" b="1">
                <a:solidFill>
                  <a:srgbClr val="356DB5"/>
                </a:solidFill>
              </a:defRPr>
            </a:lvl3pPr>
            <a:lvl4pPr algn="l">
              <a:defRPr sz="975" b="1">
                <a:solidFill>
                  <a:srgbClr val="356DB5"/>
                </a:solidFill>
              </a:defRPr>
            </a:lvl4pPr>
            <a:lvl5pPr algn="l">
              <a:defRPr sz="975" b="1">
                <a:solidFill>
                  <a:srgbClr val="356DB5"/>
                </a:solidFill>
              </a:defRPr>
            </a:lvl5pPr>
            <a:lvl6pPr algn="l">
              <a:defRPr sz="975" b="1">
                <a:solidFill>
                  <a:srgbClr val="356DB5"/>
                </a:solidFill>
              </a:defRPr>
            </a:lvl6pPr>
            <a:lvl7pPr algn="l">
              <a:defRPr sz="975" b="1">
                <a:solidFill>
                  <a:srgbClr val="356DB5"/>
                </a:solidFill>
              </a:defRPr>
            </a:lvl7pPr>
            <a:lvl8pPr algn="l">
              <a:defRPr sz="975" b="1">
                <a:solidFill>
                  <a:srgbClr val="356DB5"/>
                </a:solidFill>
              </a:defRPr>
            </a:lvl8pPr>
            <a:lvl9pPr algn="l">
              <a:defRPr sz="975" b="1">
                <a:solidFill>
                  <a:srgbClr val="356DB5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356DB5"/>
                </a:solidFill>
              </a:defRPr>
            </a:pPr>
            <a:r>
              <a:rPr sz="975" b="1">
                <a:solidFill>
                  <a:srgbClr val="356DB5"/>
                </a:solidFill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B20E6D-B237-40E5-A12B-5923BF2F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933825"/>
            <a:ext cx="339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17365D"/>
                </a:solidFill>
              </a:defRPr>
            </a:defPPr>
            <a:lvl1pPr algn="l">
              <a:defRPr sz="1500" b="1">
                <a:solidFill>
                  <a:srgbClr val="17365D"/>
                </a:solidFill>
              </a:defRPr>
            </a:lvl1pPr>
            <a:lvl2pPr algn="l">
              <a:defRPr sz="1500" b="1">
                <a:solidFill>
                  <a:srgbClr val="17365D"/>
                </a:solidFill>
              </a:defRPr>
            </a:lvl2pPr>
            <a:lvl3pPr algn="l">
              <a:defRPr sz="1500" b="1">
                <a:solidFill>
                  <a:srgbClr val="17365D"/>
                </a:solidFill>
              </a:defRPr>
            </a:lvl3pPr>
            <a:lvl4pPr algn="l">
              <a:defRPr sz="1500" b="1">
                <a:solidFill>
                  <a:srgbClr val="17365D"/>
                </a:solidFill>
              </a:defRPr>
            </a:lvl4pPr>
            <a:lvl5pPr algn="l">
              <a:defRPr sz="1500" b="1">
                <a:solidFill>
                  <a:srgbClr val="17365D"/>
                </a:solidFill>
              </a:defRPr>
            </a:lvl5pPr>
            <a:lvl6pPr algn="l">
              <a:defRPr sz="1500" b="1">
                <a:solidFill>
                  <a:srgbClr val="17365D"/>
                </a:solidFill>
              </a:defRPr>
            </a:lvl6pPr>
            <a:lvl7pPr algn="l">
              <a:defRPr sz="1500" b="1">
                <a:solidFill>
                  <a:srgbClr val="17365D"/>
                </a:solidFill>
              </a:defRPr>
            </a:lvl7pPr>
            <a:lvl8pPr algn="l">
              <a:defRPr sz="1500" b="1">
                <a:solidFill>
                  <a:srgbClr val="17365D"/>
                </a:solidFill>
              </a:defRPr>
            </a:lvl8pPr>
            <a:lvl9pPr algn="l">
              <a:defRPr sz="1500" b="1">
                <a:solidFill>
                  <a:srgbClr val="17365D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365D"/>
                </a:solidFill>
              </a:defRPr>
            </a:pPr>
            <a:r>
              <a:rPr sz="1500" b="1">
                <a:solidFill>
                  <a:srgbClr val="17365D"/>
                </a:solidFill>
              </a:rPr>
              <a:t>Pensar de forma integral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E6FDD2-EDA7-4F03-9357-CD1FE645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05300"/>
            <a:ext cx="3295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101828"/>
                </a:solidFill>
              </a:defRPr>
            </a:defPPr>
            <a:lvl1pPr algn="l">
              <a:defRPr sz="1125" b="0">
                <a:solidFill>
                  <a:srgbClr val="101828"/>
                </a:solidFill>
              </a:defRPr>
            </a:lvl1pPr>
            <a:lvl2pPr algn="l">
              <a:defRPr sz="1125" b="0">
                <a:solidFill>
                  <a:srgbClr val="101828"/>
                </a:solidFill>
              </a:defRPr>
            </a:lvl2pPr>
            <a:lvl3pPr algn="l">
              <a:defRPr sz="1125" b="0">
                <a:solidFill>
                  <a:srgbClr val="101828"/>
                </a:solidFill>
              </a:defRPr>
            </a:lvl3pPr>
            <a:lvl4pPr algn="l">
              <a:defRPr sz="1125" b="0">
                <a:solidFill>
                  <a:srgbClr val="101828"/>
                </a:solidFill>
              </a:defRPr>
            </a:lvl4pPr>
            <a:lvl5pPr algn="l">
              <a:defRPr sz="1125" b="0">
                <a:solidFill>
                  <a:srgbClr val="101828"/>
                </a:solidFill>
              </a:defRPr>
            </a:lvl5pPr>
            <a:lvl6pPr algn="l">
              <a:defRPr sz="1125" b="0">
                <a:solidFill>
                  <a:srgbClr val="101828"/>
                </a:solidFill>
              </a:defRPr>
            </a:lvl6pPr>
            <a:lvl7pPr algn="l">
              <a:defRPr sz="1125" b="0">
                <a:solidFill>
                  <a:srgbClr val="101828"/>
                </a:solidFill>
              </a:defRPr>
            </a:lvl7pPr>
            <a:lvl8pPr algn="l">
              <a:defRPr sz="1125" b="0">
                <a:solidFill>
                  <a:srgbClr val="101828"/>
                </a:solidFill>
              </a:defRPr>
            </a:lvl8pPr>
            <a:lvl9pPr algn="l">
              <a:defRPr sz="1125" b="0">
                <a:solidFill>
                  <a:srgbClr val="101828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Incidentes, solicitudes, problemas y proveedores se conectan.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409CC3-217C-4DC2-AAA8-9325B8067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019675"/>
            <a:ext cx="3295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03E741-C395-4624-A7BD-E266FE7CE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676650"/>
            <a:ext cx="3390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1">
                <a:solidFill>
                  <a:srgbClr val="356DB5"/>
                </a:solidFill>
              </a:defRPr>
            </a:defPPr>
            <a:lvl1pPr algn="l">
              <a:defRPr sz="975" b="1">
                <a:solidFill>
                  <a:srgbClr val="356DB5"/>
                </a:solidFill>
              </a:defRPr>
            </a:lvl1pPr>
            <a:lvl2pPr algn="l">
              <a:defRPr sz="975" b="1">
                <a:solidFill>
                  <a:srgbClr val="356DB5"/>
                </a:solidFill>
              </a:defRPr>
            </a:lvl2pPr>
            <a:lvl3pPr algn="l">
              <a:defRPr sz="975" b="1">
                <a:solidFill>
                  <a:srgbClr val="356DB5"/>
                </a:solidFill>
              </a:defRPr>
            </a:lvl3pPr>
            <a:lvl4pPr algn="l">
              <a:defRPr sz="975" b="1">
                <a:solidFill>
                  <a:srgbClr val="356DB5"/>
                </a:solidFill>
              </a:defRPr>
            </a:lvl4pPr>
            <a:lvl5pPr algn="l">
              <a:defRPr sz="975" b="1">
                <a:solidFill>
                  <a:srgbClr val="356DB5"/>
                </a:solidFill>
              </a:defRPr>
            </a:lvl5pPr>
            <a:lvl6pPr algn="l">
              <a:defRPr sz="975" b="1">
                <a:solidFill>
                  <a:srgbClr val="356DB5"/>
                </a:solidFill>
              </a:defRPr>
            </a:lvl6pPr>
            <a:lvl7pPr algn="l">
              <a:defRPr sz="975" b="1">
                <a:solidFill>
                  <a:srgbClr val="356DB5"/>
                </a:solidFill>
              </a:defRPr>
            </a:lvl7pPr>
            <a:lvl8pPr algn="l">
              <a:defRPr sz="975" b="1">
                <a:solidFill>
                  <a:srgbClr val="356DB5"/>
                </a:solidFill>
              </a:defRPr>
            </a:lvl8pPr>
            <a:lvl9pPr algn="l">
              <a:defRPr sz="975" b="1">
                <a:solidFill>
                  <a:srgbClr val="356DB5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356DB5"/>
                </a:solidFill>
              </a:defRPr>
            </a:pPr>
            <a:r>
              <a:rPr sz="975" b="1">
                <a:solidFill>
                  <a:srgbClr val="356DB5"/>
                </a:solidFill>
              </a:rPr>
              <a:t>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42C90F-D6A8-487F-808F-4C77339F2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933825"/>
            <a:ext cx="339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17365D"/>
                </a:solidFill>
              </a:defRPr>
            </a:defPPr>
            <a:lvl1pPr algn="l">
              <a:defRPr sz="1500" b="1">
                <a:solidFill>
                  <a:srgbClr val="17365D"/>
                </a:solidFill>
              </a:defRPr>
            </a:lvl1pPr>
            <a:lvl2pPr algn="l">
              <a:defRPr sz="1500" b="1">
                <a:solidFill>
                  <a:srgbClr val="17365D"/>
                </a:solidFill>
              </a:defRPr>
            </a:lvl2pPr>
            <a:lvl3pPr algn="l">
              <a:defRPr sz="1500" b="1">
                <a:solidFill>
                  <a:srgbClr val="17365D"/>
                </a:solidFill>
              </a:defRPr>
            </a:lvl3pPr>
            <a:lvl4pPr algn="l">
              <a:defRPr sz="1500" b="1">
                <a:solidFill>
                  <a:srgbClr val="17365D"/>
                </a:solidFill>
              </a:defRPr>
            </a:lvl4pPr>
            <a:lvl5pPr algn="l">
              <a:defRPr sz="1500" b="1">
                <a:solidFill>
                  <a:srgbClr val="17365D"/>
                </a:solidFill>
              </a:defRPr>
            </a:lvl5pPr>
            <a:lvl6pPr algn="l">
              <a:defRPr sz="1500" b="1">
                <a:solidFill>
                  <a:srgbClr val="17365D"/>
                </a:solidFill>
              </a:defRPr>
            </a:lvl6pPr>
            <a:lvl7pPr algn="l">
              <a:defRPr sz="1500" b="1">
                <a:solidFill>
                  <a:srgbClr val="17365D"/>
                </a:solidFill>
              </a:defRPr>
            </a:lvl7pPr>
            <a:lvl8pPr algn="l">
              <a:defRPr sz="1500" b="1">
                <a:solidFill>
                  <a:srgbClr val="17365D"/>
                </a:solidFill>
              </a:defRPr>
            </a:lvl8pPr>
            <a:lvl9pPr algn="l">
              <a:defRPr sz="1500" b="1">
                <a:solidFill>
                  <a:srgbClr val="17365D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365D"/>
                </a:solidFill>
              </a:defRPr>
            </a:pPr>
            <a:r>
              <a:rPr sz="1500" b="1">
                <a:solidFill>
                  <a:srgbClr val="17365D"/>
                </a:solidFill>
              </a:rPr>
              <a:t>Mantenerlo simple y práctico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24BE56-A80C-4602-96D1-24BDA5276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305300"/>
            <a:ext cx="3295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101828"/>
                </a:solidFill>
              </a:defRPr>
            </a:defPPr>
            <a:lvl1pPr algn="l">
              <a:defRPr sz="1125" b="0">
                <a:solidFill>
                  <a:srgbClr val="101828"/>
                </a:solidFill>
              </a:defRPr>
            </a:lvl1pPr>
            <a:lvl2pPr algn="l">
              <a:defRPr sz="1125" b="0">
                <a:solidFill>
                  <a:srgbClr val="101828"/>
                </a:solidFill>
              </a:defRPr>
            </a:lvl2pPr>
            <a:lvl3pPr algn="l">
              <a:defRPr sz="1125" b="0">
                <a:solidFill>
                  <a:srgbClr val="101828"/>
                </a:solidFill>
              </a:defRPr>
            </a:lvl3pPr>
            <a:lvl4pPr algn="l">
              <a:defRPr sz="1125" b="0">
                <a:solidFill>
                  <a:srgbClr val="101828"/>
                </a:solidFill>
              </a:defRPr>
            </a:lvl4pPr>
            <a:lvl5pPr algn="l">
              <a:defRPr sz="1125" b="0">
                <a:solidFill>
                  <a:srgbClr val="101828"/>
                </a:solidFill>
              </a:defRPr>
            </a:lvl5pPr>
            <a:lvl6pPr algn="l">
              <a:defRPr sz="1125" b="0">
                <a:solidFill>
                  <a:srgbClr val="101828"/>
                </a:solidFill>
              </a:defRPr>
            </a:lvl6pPr>
            <a:lvl7pPr algn="l">
              <a:defRPr sz="1125" b="0">
                <a:solidFill>
                  <a:srgbClr val="101828"/>
                </a:solidFill>
              </a:defRPr>
            </a:lvl7pPr>
            <a:lvl8pPr algn="l">
              <a:defRPr sz="1125" b="0">
                <a:solidFill>
                  <a:srgbClr val="101828"/>
                </a:solidFill>
              </a:defRPr>
            </a:lvl8pPr>
            <a:lvl9pPr algn="l">
              <a:defRPr sz="1125" b="0">
                <a:solidFill>
                  <a:srgbClr val="101828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Dos recorridos de captura, un registro común.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E605EC-3EC9-41FF-9AD8-BCDC0DDC4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019675"/>
            <a:ext cx="3295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EE55E1-55C6-49C3-ABE6-ED2D5107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257800"/>
            <a:ext cx="3390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1">
                <a:solidFill>
                  <a:srgbClr val="356DB5"/>
                </a:solidFill>
              </a:defRPr>
            </a:defPPr>
            <a:lvl1pPr algn="l">
              <a:defRPr sz="975" b="1">
                <a:solidFill>
                  <a:srgbClr val="356DB5"/>
                </a:solidFill>
              </a:defRPr>
            </a:lvl1pPr>
            <a:lvl2pPr algn="l">
              <a:defRPr sz="975" b="1">
                <a:solidFill>
                  <a:srgbClr val="356DB5"/>
                </a:solidFill>
              </a:defRPr>
            </a:lvl2pPr>
            <a:lvl3pPr algn="l">
              <a:defRPr sz="975" b="1">
                <a:solidFill>
                  <a:srgbClr val="356DB5"/>
                </a:solidFill>
              </a:defRPr>
            </a:lvl3pPr>
            <a:lvl4pPr algn="l">
              <a:defRPr sz="975" b="1">
                <a:solidFill>
                  <a:srgbClr val="356DB5"/>
                </a:solidFill>
              </a:defRPr>
            </a:lvl4pPr>
            <a:lvl5pPr algn="l">
              <a:defRPr sz="975" b="1">
                <a:solidFill>
                  <a:srgbClr val="356DB5"/>
                </a:solidFill>
              </a:defRPr>
            </a:lvl5pPr>
            <a:lvl6pPr algn="l">
              <a:defRPr sz="975" b="1">
                <a:solidFill>
                  <a:srgbClr val="356DB5"/>
                </a:solidFill>
              </a:defRPr>
            </a:lvl6pPr>
            <a:lvl7pPr algn="l">
              <a:defRPr sz="975" b="1">
                <a:solidFill>
                  <a:srgbClr val="356DB5"/>
                </a:solidFill>
              </a:defRPr>
            </a:lvl7pPr>
            <a:lvl8pPr algn="l">
              <a:defRPr sz="975" b="1">
                <a:solidFill>
                  <a:srgbClr val="356DB5"/>
                </a:solidFill>
              </a:defRPr>
            </a:lvl8pPr>
            <a:lvl9pPr algn="l">
              <a:defRPr sz="975" b="1">
                <a:solidFill>
                  <a:srgbClr val="356DB5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356DB5"/>
                </a:solidFill>
              </a:defRPr>
            </a:pPr>
            <a:r>
              <a:rPr sz="975" b="1">
                <a:solidFill>
                  <a:srgbClr val="356DB5"/>
                </a:solidFill>
              </a:rPr>
              <a:t>07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A9E3E4-683F-468B-B579-ACF698EF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514975"/>
            <a:ext cx="339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17365D"/>
                </a:solidFill>
              </a:defRPr>
            </a:defPPr>
            <a:lvl1pPr algn="l">
              <a:defRPr sz="1500" b="1">
                <a:solidFill>
                  <a:srgbClr val="17365D"/>
                </a:solidFill>
              </a:defRPr>
            </a:lvl1pPr>
            <a:lvl2pPr algn="l">
              <a:defRPr sz="1500" b="1">
                <a:solidFill>
                  <a:srgbClr val="17365D"/>
                </a:solidFill>
              </a:defRPr>
            </a:lvl2pPr>
            <a:lvl3pPr algn="l">
              <a:defRPr sz="1500" b="1">
                <a:solidFill>
                  <a:srgbClr val="17365D"/>
                </a:solidFill>
              </a:defRPr>
            </a:lvl3pPr>
            <a:lvl4pPr algn="l">
              <a:defRPr sz="1500" b="1">
                <a:solidFill>
                  <a:srgbClr val="17365D"/>
                </a:solidFill>
              </a:defRPr>
            </a:lvl4pPr>
            <a:lvl5pPr algn="l">
              <a:defRPr sz="1500" b="1">
                <a:solidFill>
                  <a:srgbClr val="17365D"/>
                </a:solidFill>
              </a:defRPr>
            </a:lvl5pPr>
            <a:lvl6pPr algn="l">
              <a:defRPr sz="1500" b="1">
                <a:solidFill>
                  <a:srgbClr val="17365D"/>
                </a:solidFill>
              </a:defRPr>
            </a:lvl6pPr>
            <a:lvl7pPr algn="l">
              <a:defRPr sz="1500" b="1">
                <a:solidFill>
                  <a:srgbClr val="17365D"/>
                </a:solidFill>
              </a:defRPr>
            </a:lvl7pPr>
            <a:lvl8pPr algn="l">
              <a:defRPr sz="1500" b="1">
                <a:solidFill>
                  <a:srgbClr val="17365D"/>
                </a:solidFill>
              </a:defRPr>
            </a:lvl8pPr>
            <a:lvl9pPr algn="l">
              <a:defRPr sz="1500" b="1">
                <a:solidFill>
                  <a:srgbClr val="17365D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365D"/>
                </a:solidFill>
              </a:defRPr>
            </a:pPr>
            <a:r>
              <a:rPr sz="1500" b="1">
                <a:solidFill>
                  <a:srgbClr val="17365D"/>
                </a:solidFill>
              </a:rPr>
              <a:t>Optimizar y automatizar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422898-9704-46DD-9E30-CC5FAFD45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886450"/>
            <a:ext cx="3295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101828"/>
                </a:solidFill>
              </a:defRPr>
            </a:defPPr>
            <a:lvl1pPr algn="l">
              <a:defRPr sz="1125" b="0">
                <a:solidFill>
                  <a:srgbClr val="101828"/>
                </a:solidFill>
              </a:defRPr>
            </a:lvl1pPr>
            <a:lvl2pPr algn="l">
              <a:defRPr sz="1125" b="0">
                <a:solidFill>
                  <a:srgbClr val="101828"/>
                </a:solidFill>
              </a:defRPr>
            </a:lvl2pPr>
            <a:lvl3pPr algn="l">
              <a:defRPr sz="1125" b="0">
                <a:solidFill>
                  <a:srgbClr val="101828"/>
                </a:solidFill>
              </a:defRPr>
            </a:lvl3pPr>
            <a:lvl4pPr algn="l">
              <a:defRPr sz="1125" b="0">
                <a:solidFill>
                  <a:srgbClr val="101828"/>
                </a:solidFill>
              </a:defRPr>
            </a:lvl4pPr>
            <a:lvl5pPr algn="l">
              <a:defRPr sz="1125" b="0">
                <a:solidFill>
                  <a:srgbClr val="101828"/>
                </a:solidFill>
              </a:defRPr>
            </a:lvl5pPr>
            <a:lvl6pPr algn="l">
              <a:defRPr sz="1125" b="0">
                <a:solidFill>
                  <a:srgbClr val="101828"/>
                </a:solidFill>
              </a:defRPr>
            </a:lvl6pPr>
            <a:lvl7pPr algn="l">
              <a:defRPr sz="1125" b="0">
                <a:solidFill>
                  <a:srgbClr val="101828"/>
                </a:solidFill>
              </a:defRPr>
            </a:lvl7pPr>
            <a:lvl8pPr algn="l">
              <a:defRPr sz="1125" b="0">
                <a:solidFill>
                  <a:srgbClr val="101828"/>
                </a:solidFill>
              </a:defRPr>
            </a:lvl8pPr>
            <a:lvl9pPr algn="l">
              <a:defRPr sz="1125" b="0">
                <a:solidFill>
                  <a:srgbClr val="101828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La demo calcula prioridad y actualiza gráficas.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2EBC1E-518E-44B0-BBE2-3D26EBD68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6600825"/>
            <a:ext cx="3295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F78211F-91A9-4E77-9E6E-CF372EB8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00" b="0">
                <a:solidFill>
                  <a:srgbClr val="667085"/>
                </a:solidFill>
              </a:defRPr>
            </a:defPPr>
            <a:lvl1pPr algn="l">
              <a:defRPr sz="900" b="0">
                <a:solidFill>
                  <a:srgbClr val="667085"/>
                </a:solidFill>
              </a:defRPr>
            </a:lvl1pPr>
            <a:lvl2pPr algn="l">
              <a:defRPr sz="900" b="0">
                <a:solidFill>
                  <a:srgbClr val="667085"/>
                </a:solidFill>
              </a:defRPr>
            </a:lvl2pPr>
            <a:lvl3pPr algn="l">
              <a:defRPr sz="900" b="0">
                <a:solidFill>
                  <a:srgbClr val="667085"/>
                </a:solidFill>
              </a:defRPr>
            </a:lvl3pPr>
            <a:lvl4pPr algn="l">
              <a:defRPr sz="900" b="0">
                <a:solidFill>
                  <a:srgbClr val="667085"/>
                </a:solidFill>
              </a:defRPr>
            </a:lvl4pPr>
            <a:lvl5pPr algn="l">
              <a:defRPr sz="900" b="0">
                <a:solidFill>
                  <a:srgbClr val="667085"/>
                </a:solidFill>
              </a:defRPr>
            </a:lvl5pPr>
            <a:lvl6pPr algn="l">
              <a:defRPr sz="900" b="0">
                <a:solidFill>
                  <a:srgbClr val="667085"/>
                </a:solidFill>
              </a:defRPr>
            </a:lvl6pPr>
            <a:lvl7pPr algn="l">
              <a:defRPr sz="900" b="0">
                <a:solidFill>
                  <a:srgbClr val="667085"/>
                </a:solidFill>
              </a:defRPr>
            </a:lvl7pPr>
            <a:lvl8pPr algn="l">
              <a:defRPr sz="900" b="0">
                <a:solidFill>
                  <a:srgbClr val="667085"/>
                </a:solidFill>
              </a:defRPr>
            </a:lvl8pPr>
            <a:lvl9pPr algn="l">
              <a:defRPr sz="900" b="0">
                <a:solidFill>
                  <a:srgbClr val="667085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Fase 2 · Demo académica · Datos ficticios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EBC8326-9743-4095-A780-A6B01E2C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900" b="1">
                <a:solidFill>
                  <a:srgbClr val="667085"/>
                </a:solidFill>
              </a:defRPr>
            </a:defPPr>
            <a:lvl1pPr algn="r">
              <a:defRPr sz="900" b="1">
                <a:solidFill>
                  <a:srgbClr val="667085"/>
                </a:solidFill>
              </a:defRPr>
            </a:lvl1pPr>
            <a:lvl2pPr algn="r">
              <a:defRPr sz="900" b="1">
                <a:solidFill>
                  <a:srgbClr val="667085"/>
                </a:solidFill>
              </a:defRPr>
            </a:lvl2pPr>
            <a:lvl3pPr algn="r">
              <a:defRPr sz="900" b="1">
                <a:solidFill>
                  <a:srgbClr val="667085"/>
                </a:solidFill>
              </a:defRPr>
            </a:lvl3pPr>
            <a:lvl4pPr algn="r">
              <a:defRPr sz="900" b="1">
                <a:solidFill>
                  <a:srgbClr val="667085"/>
                </a:solidFill>
              </a:defRPr>
            </a:lvl4pPr>
            <a:lvl5pPr algn="r">
              <a:defRPr sz="900" b="1">
                <a:solidFill>
                  <a:srgbClr val="667085"/>
                </a:solidFill>
              </a:defRPr>
            </a:lvl5pPr>
            <a:lvl6pPr algn="r">
              <a:defRPr sz="900" b="1">
                <a:solidFill>
                  <a:srgbClr val="667085"/>
                </a:solidFill>
              </a:defRPr>
            </a:lvl6pPr>
            <a:lvl7pPr algn="r">
              <a:defRPr sz="900" b="1">
                <a:solidFill>
                  <a:srgbClr val="667085"/>
                </a:solidFill>
              </a:defRPr>
            </a:lvl7pPr>
            <a:lvl8pPr algn="r">
              <a:defRPr sz="900" b="1">
                <a:solidFill>
                  <a:srgbClr val="667085"/>
                </a:solidFill>
              </a:defRPr>
            </a:lvl8pPr>
            <a:lvl9pPr algn="r">
              <a:defRPr sz="900" b="1">
                <a:solidFill>
                  <a:srgbClr val="667085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833101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27C712-12BD-40A5-BF7D-4DCDD0D4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1">
                <a:solidFill>
                  <a:srgbClr val="356DB5"/>
                </a:solidFill>
              </a:defRPr>
            </a:defPPr>
            <a:lvl1pPr algn="l">
              <a:defRPr sz="1050" b="1">
                <a:solidFill>
                  <a:srgbClr val="356DB5"/>
                </a:solidFill>
              </a:defRPr>
            </a:lvl1pPr>
            <a:lvl2pPr algn="l">
              <a:defRPr sz="1050" b="1">
                <a:solidFill>
                  <a:srgbClr val="356DB5"/>
                </a:solidFill>
              </a:defRPr>
            </a:lvl2pPr>
            <a:lvl3pPr algn="l">
              <a:defRPr sz="1050" b="1">
                <a:solidFill>
                  <a:srgbClr val="356DB5"/>
                </a:solidFill>
              </a:defRPr>
            </a:lvl3pPr>
            <a:lvl4pPr algn="l">
              <a:defRPr sz="1050" b="1">
                <a:solidFill>
                  <a:srgbClr val="356DB5"/>
                </a:solidFill>
              </a:defRPr>
            </a:lvl4pPr>
            <a:lvl5pPr algn="l">
              <a:defRPr sz="1050" b="1">
                <a:solidFill>
                  <a:srgbClr val="356DB5"/>
                </a:solidFill>
              </a:defRPr>
            </a:lvl5pPr>
            <a:lvl6pPr algn="l">
              <a:defRPr sz="1050" b="1">
                <a:solidFill>
                  <a:srgbClr val="356DB5"/>
                </a:solidFill>
              </a:defRPr>
            </a:lvl6pPr>
            <a:lvl7pPr algn="l">
              <a:defRPr sz="1050" b="1">
                <a:solidFill>
                  <a:srgbClr val="356DB5"/>
                </a:solidFill>
              </a:defRPr>
            </a:lvl7pPr>
            <a:lvl8pPr algn="l">
              <a:defRPr sz="1050" b="1">
                <a:solidFill>
                  <a:srgbClr val="356DB5"/>
                </a:solidFill>
              </a:defRPr>
            </a:lvl8pPr>
            <a:lvl9pPr algn="l">
              <a:defRPr sz="1050" b="1">
                <a:solidFill>
                  <a:srgbClr val="356DB5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356DB5"/>
                </a:solidFill>
              </a:defRPr>
            </a:pPr>
            <a:r>
              <a:rPr sz="1050" b="1">
                <a:solidFill>
                  <a:srgbClr val="356DB5"/>
                </a:solidFill>
              </a:rPr>
              <a:t>BEVSTACK · SERVICE DESK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4831A8-7C1B-48A2-862D-18014631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000" b="1">
                <a:solidFill>
                  <a:srgbClr val="102743"/>
                </a:solidFill>
              </a:defRPr>
            </a:defPPr>
            <a:lvl1pPr algn="l">
              <a:defRPr sz="3000" b="1">
                <a:solidFill>
                  <a:srgbClr val="102743"/>
                </a:solidFill>
              </a:defRPr>
            </a:lvl1pPr>
            <a:lvl2pPr algn="l">
              <a:defRPr sz="3000" b="1">
                <a:solidFill>
                  <a:srgbClr val="102743"/>
                </a:solidFill>
              </a:defRPr>
            </a:lvl2pPr>
            <a:lvl3pPr algn="l">
              <a:defRPr sz="3000" b="1">
                <a:solidFill>
                  <a:srgbClr val="102743"/>
                </a:solidFill>
              </a:defRPr>
            </a:lvl3pPr>
            <a:lvl4pPr algn="l">
              <a:defRPr sz="3000" b="1">
                <a:solidFill>
                  <a:srgbClr val="102743"/>
                </a:solidFill>
              </a:defRPr>
            </a:lvl4pPr>
            <a:lvl5pPr algn="l">
              <a:defRPr sz="3000" b="1">
                <a:solidFill>
                  <a:srgbClr val="102743"/>
                </a:solidFill>
              </a:defRPr>
            </a:lvl5pPr>
            <a:lvl6pPr algn="l">
              <a:defRPr sz="3000" b="1">
                <a:solidFill>
                  <a:srgbClr val="102743"/>
                </a:solidFill>
              </a:defRPr>
            </a:lvl6pPr>
            <a:lvl7pPr algn="l">
              <a:defRPr sz="3000" b="1">
                <a:solidFill>
                  <a:srgbClr val="102743"/>
                </a:solidFill>
              </a:defRPr>
            </a:lvl7pPr>
            <a:lvl8pPr algn="l">
              <a:defRPr sz="3000" b="1">
                <a:solidFill>
                  <a:srgbClr val="102743"/>
                </a:solidFill>
              </a:defRPr>
            </a:lvl8pPr>
            <a:lvl9pPr algn="l">
              <a:defRPr sz="3000" b="1">
                <a:solidFill>
                  <a:srgbClr val="102743"/>
                </a:solidFill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02743"/>
                </a:solidFill>
              </a:defRPr>
            </a:pPr>
            <a:r>
              <a:rPr sz="3000" b="1">
                <a:solidFill>
                  <a:srgbClr val="102743"/>
                </a:solidFill>
              </a:rPr>
              <a:t>Continuidad con Fase 1 y cambios por feedback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64DD73-453B-4114-BB05-01069667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D81BA3-8DBC-484E-B6B9-379FDB723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667085"/>
                </a:solidFill>
              </a:defRPr>
            </a:defPPr>
            <a:lvl1pPr algn="l">
              <a:defRPr sz="1500" b="0">
                <a:solidFill>
                  <a:srgbClr val="667085"/>
                </a:solidFill>
              </a:defRPr>
            </a:lvl1pPr>
            <a:lvl2pPr algn="l">
              <a:defRPr sz="1500" b="0">
                <a:solidFill>
                  <a:srgbClr val="667085"/>
                </a:solidFill>
              </a:defRPr>
            </a:lvl2pPr>
            <a:lvl3pPr algn="l">
              <a:defRPr sz="1500" b="0">
                <a:solidFill>
                  <a:srgbClr val="667085"/>
                </a:solidFill>
              </a:defRPr>
            </a:lvl3pPr>
            <a:lvl4pPr algn="l">
              <a:defRPr sz="1500" b="0">
                <a:solidFill>
                  <a:srgbClr val="667085"/>
                </a:solidFill>
              </a:defRPr>
            </a:lvl4pPr>
            <a:lvl5pPr algn="l">
              <a:defRPr sz="1500" b="0">
                <a:solidFill>
                  <a:srgbClr val="667085"/>
                </a:solidFill>
              </a:defRPr>
            </a:lvl5pPr>
            <a:lvl6pPr algn="l">
              <a:defRPr sz="1500" b="0">
                <a:solidFill>
                  <a:srgbClr val="667085"/>
                </a:solidFill>
              </a:defRPr>
            </a:lvl6pPr>
            <a:lvl7pPr algn="l">
              <a:defRPr sz="1500" b="0">
                <a:solidFill>
                  <a:srgbClr val="667085"/>
                </a:solidFill>
              </a:defRPr>
            </a:lvl7pPr>
            <a:lvl8pPr algn="l">
              <a:defRPr sz="1500" b="0">
                <a:solidFill>
                  <a:srgbClr val="667085"/>
                </a:solidFill>
              </a:defRPr>
            </a:lvl8pPr>
            <a:lvl9pPr algn="l">
              <a:defRPr sz="1500" b="0">
                <a:solidFill>
                  <a:srgbClr val="667085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67085"/>
                </a:solidFill>
              </a:defRPr>
            </a:pPr>
            <a:r>
              <a:rPr sz="1500" b="0">
                <a:solidFill>
                  <a:srgbClr val="667085"/>
                </a:solidFill>
              </a:rPr>
              <a:t>Se conserva el modelo operativo; el feedback afina el foco y los límites del producto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C3065E-FB90-45BA-BF9E-E935E217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1">
                <a:solidFill>
                  <a:srgbClr val="356DB5"/>
                </a:solidFill>
              </a:defRPr>
            </a:defPPr>
            <a:lvl1pPr algn="l">
              <a:defRPr sz="1050" b="1">
                <a:solidFill>
                  <a:srgbClr val="356DB5"/>
                </a:solidFill>
              </a:defRPr>
            </a:lvl1pPr>
            <a:lvl2pPr algn="l">
              <a:defRPr sz="1050" b="1">
                <a:solidFill>
                  <a:srgbClr val="356DB5"/>
                </a:solidFill>
              </a:defRPr>
            </a:lvl2pPr>
            <a:lvl3pPr algn="l">
              <a:defRPr sz="1050" b="1">
                <a:solidFill>
                  <a:srgbClr val="356DB5"/>
                </a:solidFill>
              </a:defRPr>
            </a:lvl3pPr>
            <a:lvl4pPr algn="l">
              <a:defRPr sz="1050" b="1">
                <a:solidFill>
                  <a:srgbClr val="356DB5"/>
                </a:solidFill>
              </a:defRPr>
            </a:lvl4pPr>
            <a:lvl5pPr algn="l">
              <a:defRPr sz="1050" b="1">
                <a:solidFill>
                  <a:srgbClr val="356DB5"/>
                </a:solidFill>
              </a:defRPr>
            </a:lvl5pPr>
            <a:lvl6pPr algn="l">
              <a:defRPr sz="1050" b="1">
                <a:solidFill>
                  <a:srgbClr val="356DB5"/>
                </a:solidFill>
              </a:defRPr>
            </a:lvl6pPr>
            <a:lvl7pPr algn="l">
              <a:defRPr sz="1050" b="1">
                <a:solidFill>
                  <a:srgbClr val="356DB5"/>
                </a:solidFill>
              </a:defRPr>
            </a:lvl7pPr>
            <a:lvl8pPr algn="l">
              <a:defRPr sz="1050" b="1">
                <a:solidFill>
                  <a:srgbClr val="356DB5"/>
                </a:solidFill>
              </a:defRPr>
            </a:lvl8pPr>
            <a:lvl9pPr algn="l">
              <a:defRPr sz="1050" b="1">
                <a:solidFill>
                  <a:srgbClr val="356DB5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356DB5"/>
                </a:solidFill>
              </a:defRPr>
            </a:pPr>
            <a:r>
              <a:rPr sz="1050" b="1">
                <a:solidFill>
                  <a:srgbClr val="356DB5"/>
                </a:solidFill>
              </a:rPr>
              <a:t>SE MANTIENE DE FASE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ACC40B-1823-4375-8D94-7FBECAC9A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101828"/>
                </a:solidFill>
              </a:defRPr>
            </a:defPPr>
            <a:lvl1pPr algn="l">
              <a:defRPr sz="1425" b="0">
                <a:solidFill>
                  <a:srgbClr val="101828"/>
                </a:solidFill>
              </a:defRPr>
            </a:lvl1pPr>
            <a:lvl2pPr algn="l">
              <a:defRPr sz="1425" b="0">
                <a:solidFill>
                  <a:srgbClr val="101828"/>
                </a:solidFill>
              </a:defRPr>
            </a:lvl2pPr>
            <a:lvl3pPr algn="l">
              <a:defRPr sz="1425" b="0">
                <a:solidFill>
                  <a:srgbClr val="101828"/>
                </a:solidFill>
              </a:defRPr>
            </a:lvl3pPr>
            <a:lvl4pPr algn="l">
              <a:defRPr sz="1425" b="0">
                <a:solidFill>
                  <a:srgbClr val="101828"/>
                </a:solidFill>
              </a:defRPr>
            </a:lvl4pPr>
            <a:lvl5pPr algn="l">
              <a:defRPr sz="1425" b="0">
                <a:solidFill>
                  <a:srgbClr val="101828"/>
                </a:solidFill>
              </a:defRPr>
            </a:lvl5pPr>
            <a:lvl6pPr algn="l">
              <a:defRPr sz="1425" b="0">
                <a:solidFill>
                  <a:srgbClr val="101828"/>
                </a:solidFill>
              </a:defRPr>
            </a:lvl6pPr>
            <a:lvl7pPr algn="l">
              <a:defRPr sz="1425" b="0">
                <a:solidFill>
                  <a:srgbClr val="101828"/>
                </a:solidFill>
              </a:defRPr>
            </a:lvl7pPr>
            <a:lvl8pPr algn="l">
              <a:defRPr sz="1425" b="0">
                <a:solidFill>
                  <a:srgbClr val="101828"/>
                </a:solidFill>
              </a:defRPr>
            </a:lvl8pPr>
            <a:lvl9pPr algn="l">
              <a:defRPr sz="1425" b="0">
                <a:solidFill>
                  <a:srgbClr val="101828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• Catálogo: cuatro solicitudes y cuatro incidentes</a:t>
            </a:r>
          </a:p>
          <a:p xmlns:a="http://schemas.openxmlformats.org/drawingml/2006/main">
            <a:pPr algn="l"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• Matriz de impacto y urgencia</a:t>
            </a:r>
          </a:p>
          <a:p xmlns:a="http://schemas.openxmlformats.org/drawingml/2006/main">
            <a:pPr algn="l"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• Metas de servicio y escalamiento</a:t>
            </a:r>
          </a:p>
          <a:p xmlns:a="http://schemas.openxmlformats.org/drawingml/2006/main">
            <a:pPr algn="l"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• AM/CS comunican; Tech investiga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FD1CF7-F470-4664-9A19-B3C549FFA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57400"/>
            <a:ext cx="0" cy="3657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57DB51-D67E-4E26-AE3D-BB55031A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383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1">
                <a:solidFill>
                  <a:srgbClr val="356DB5"/>
                </a:solidFill>
              </a:defRPr>
            </a:defPPr>
            <a:lvl1pPr algn="l">
              <a:defRPr sz="1050" b="1">
                <a:solidFill>
                  <a:srgbClr val="356DB5"/>
                </a:solidFill>
              </a:defRPr>
            </a:lvl1pPr>
            <a:lvl2pPr algn="l">
              <a:defRPr sz="1050" b="1">
                <a:solidFill>
                  <a:srgbClr val="356DB5"/>
                </a:solidFill>
              </a:defRPr>
            </a:lvl2pPr>
            <a:lvl3pPr algn="l">
              <a:defRPr sz="1050" b="1">
                <a:solidFill>
                  <a:srgbClr val="356DB5"/>
                </a:solidFill>
              </a:defRPr>
            </a:lvl3pPr>
            <a:lvl4pPr algn="l">
              <a:defRPr sz="1050" b="1">
                <a:solidFill>
                  <a:srgbClr val="356DB5"/>
                </a:solidFill>
              </a:defRPr>
            </a:lvl4pPr>
            <a:lvl5pPr algn="l">
              <a:defRPr sz="1050" b="1">
                <a:solidFill>
                  <a:srgbClr val="356DB5"/>
                </a:solidFill>
              </a:defRPr>
            </a:lvl5pPr>
            <a:lvl6pPr algn="l">
              <a:defRPr sz="1050" b="1">
                <a:solidFill>
                  <a:srgbClr val="356DB5"/>
                </a:solidFill>
              </a:defRPr>
            </a:lvl6pPr>
            <a:lvl7pPr algn="l">
              <a:defRPr sz="1050" b="1">
                <a:solidFill>
                  <a:srgbClr val="356DB5"/>
                </a:solidFill>
              </a:defRPr>
            </a:lvl7pPr>
            <a:lvl8pPr algn="l">
              <a:defRPr sz="1050" b="1">
                <a:solidFill>
                  <a:srgbClr val="356DB5"/>
                </a:solidFill>
              </a:defRPr>
            </a:lvl8pPr>
            <a:lvl9pPr algn="l">
              <a:defRPr sz="1050" b="1">
                <a:solidFill>
                  <a:srgbClr val="356DB5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356DB5"/>
                </a:solidFill>
              </a:defRPr>
            </a:pPr>
            <a:r>
              <a:rPr sz="1050" b="1">
                <a:solidFill>
                  <a:srgbClr val="356DB5"/>
                </a:solidFill>
              </a:rPr>
              <a:t>SE AJUSTA POR COMENTARIO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21B8BF-996F-4352-9F6D-43AE3DB05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76500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101828"/>
                </a:solidFill>
              </a:defRPr>
            </a:defPPr>
            <a:lvl1pPr algn="l">
              <a:defRPr sz="1350" b="0">
                <a:solidFill>
                  <a:srgbClr val="101828"/>
                </a:solidFill>
              </a:defRPr>
            </a:lvl1pPr>
            <a:lvl2pPr algn="l">
              <a:defRPr sz="1350" b="0">
                <a:solidFill>
                  <a:srgbClr val="101828"/>
                </a:solidFill>
              </a:defRPr>
            </a:lvl2pPr>
            <a:lvl3pPr algn="l">
              <a:defRPr sz="1350" b="0">
                <a:solidFill>
                  <a:srgbClr val="101828"/>
                </a:solidFill>
              </a:defRPr>
            </a:lvl3pPr>
            <a:lvl4pPr algn="l">
              <a:defRPr sz="1350" b="0">
                <a:solidFill>
                  <a:srgbClr val="101828"/>
                </a:solidFill>
              </a:defRPr>
            </a:lvl4pPr>
            <a:lvl5pPr algn="l">
              <a:defRPr sz="1350" b="0">
                <a:solidFill>
                  <a:srgbClr val="101828"/>
                </a:solidFill>
              </a:defRPr>
            </a:lvl5pPr>
            <a:lvl6pPr algn="l">
              <a:defRPr sz="1350" b="0">
                <a:solidFill>
                  <a:srgbClr val="101828"/>
                </a:solidFill>
              </a:defRPr>
            </a:lvl6pPr>
            <a:lvl7pPr algn="l">
              <a:defRPr sz="1350" b="0">
                <a:solidFill>
                  <a:srgbClr val="101828"/>
                </a:solidFill>
              </a:defRPr>
            </a:lvl7pPr>
            <a:lvl8pPr algn="l">
              <a:defRPr sz="1350" b="0">
                <a:solidFill>
                  <a:srgbClr val="101828"/>
                </a:solidFill>
              </a:defRPr>
            </a:lvl8pPr>
            <a:lvl9pPr algn="l">
              <a:defRPr sz="1350" b="0">
                <a:solidFill>
                  <a:srgbClr val="101828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1. El servicio se enfoca en Account Management para marcas y Customer Service para consumidores.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3DFC36-882B-4E0C-AC6F-635FC2D86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09950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101828"/>
                </a:solidFill>
              </a:defRPr>
            </a:defPPr>
            <a:lvl1pPr algn="l">
              <a:defRPr sz="1350" b="0">
                <a:solidFill>
                  <a:srgbClr val="101828"/>
                </a:solidFill>
              </a:defRPr>
            </a:lvl1pPr>
            <a:lvl2pPr algn="l">
              <a:defRPr sz="1350" b="0">
                <a:solidFill>
                  <a:srgbClr val="101828"/>
                </a:solidFill>
              </a:defRPr>
            </a:lvl2pPr>
            <a:lvl3pPr algn="l">
              <a:defRPr sz="1350" b="0">
                <a:solidFill>
                  <a:srgbClr val="101828"/>
                </a:solidFill>
              </a:defRPr>
            </a:lvl3pPr>
            <a:lvl4pPr algn="l">
              <a:defRPr sz="1350" b="0">
                <a:solidFill>
                  <a:srgbClr val="101828"/>
                </a:solidFill>
              </a:defRPr>
            </a:lvl4pPr>
            <a:lvl5pPr algn="l">
              <a:defRPr sz="1350" b="0">
                <a:solidFill>
                  <a:srgbClr val="101828"/>
                </a:solidFill>
              </a:defRPr>
            </a:lvl5pPr>
            <a:lvl6pPr algn="l">
              <a:defRPr sz="1350" b="0">
                <a:solidFill>
                  <a:srgbClr val="101828"/>
                </a:solidFill>
              </a:defRPr>
            </a:lvl6pPr>
            <a:lvl7pPr algn="l">
              <a:defRPr sz="1350" b="0">
                <a:solidFill>
                  <a:srgbClr val="101828"/>
                </a:solidFill>
              </a:defRPr>
            </a:lvl7pPr>
            <a:lvl8pPr algn="l">
              <a:defRPr sz="1350" b="0">
                <a:solidFill>
                  <a:srgbClr val="101828"/>
                </a:solidFill>
              </a:defRPr>
            </a:lvl8pPr>
            <a:lvl9pPr algn="l">
              <a:defRPr sz="1350" b="0">
                <a:solidFill>
                  <a:srgbClr val="101828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2. Otros temas quedan como dependencias o escalaciones, no como módulos centrales.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64A424-8698-4CB0-8B7E-E9E74B8DC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43400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101828"/>
                </a:solidFill>
              </a:defRPr>
            </a:defPPr>
            <a:lvl1pPr algn="l">
              <a:defRPr sz="1350" b="0">
                <a:solidFill>
                  <a:srgbClr val="101828"/>
                </a:solidFill>
              </a:defRPr>
            </a:lvl1pPr>
            <a:lvl2pPr algn="l">
              <a:defRPr sz="1350" b="0">
                <a:solidFill>
                  <a:srgbClr val="101828"/>
                </a:solidFill>
              </a:defRPr>
            </a:lvl2pPr>
            <a:lvl3pPr algn="l">
              <a:defRPr sz="1350" b="0">
                <a:solidFill>
                  <a:srgbClr val="101828"/>
                </a:solidFill>
              </a:defRPr>
            </a:lvl3pPr>
            <a:lvl4pPr algn="l">
              <a:defRPr sz="1350" b="0">
                <a:solidFill>
                  <a:srgbClr val="101828"/>
                </a:solidFill>
              </a:defRPr>
            </a:lvl4pPr>
            <a:lvl5pPr algn="l">
              <a:defRPr sz="1350" b="0">
                <a:solidFill>
                  <a:srgbClr val="101828"/>
                </a:solidFill>
              </a:defRPr>
            </a:lvl5pPr>
            <a:lvl6pPr algn="l">
              <a:defRPr sz="1350" b="0">
                <a:solidFill>
                  <a:srgbClr val="101828"/>
                </a:solidFill>
              </a:defRPr>
            </a:lvl6pPr>
            <a:lvl7pPr algn="l">
              <a:defRPr sz="1350" b="0">
                <a:solidFill>
                  <a:srgbClr val="101828"/>
                </a:solidFill>
              </a:defRPr>
            </a:lvl7pPr>
            <a:lvl8pPr algn="l">
              <a:defRPr sz="1350" b="0">
                <a:solidFill>
                  <a:srgbClr val="101828"/>
                </a:solidFill>
              </a:defRPr>
            </a:lvl8pPr>
            <a:lvl9pPr algn="l">
              <a:defRPr sz="1350" b="0">
                <a:solidFill>
                  <a:srgbClr val="101828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3. El análisis de problemas se agrega para cumplir Fase 2 y mapear recurrencias.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CA4A8E-1ADA-4C95-A2A6-DC9F3E94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4953000" cy="762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0F8"/>
          </a:solidFill>
          <a:ln xmlns:a="http://schemas.openxmlformats.org/drawingml/2006/main" w="9525">
            <a:solidFill>
              <a:srgbClr val="D7E3F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1354AF-B987-416B-A184-6A5DBF6D2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05425"/>
            <a:ext cx="4524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17365D"/>
                </a:solidFill>
              </a:defRPr>
            </a:defPPr>
            <a:lvl1pPr algn="l">
              <a:defRPr sz="1275" b="1">
                <a:solidFill>
                  <a:srgbClr val="17365D"/>
                </a:solidFill>
              </a:defRPr>
            </a:lvl1pPr>
            <a:lvl2pPr algn="l">
              <a:defRPr sz="1275" b="1">
                <a:solidFill>
                  <a:srgbClr val="17365D"/>
                </a:solidFill>
              </a:defRPr>
            </a:lvl2pPr>
            <a:lvl3pPr algn="l">
              <a:defRPr sz="1275" b="1">
                <a:solidFill>
                  <a:srgbClr val="17365D"/>
                </a:solidFill>
              </a:defRPr>
            </a:lvl3pPr>
            <a:lvl4pPr algn="l">
              <a:defRPr sz="1275" b="1">
                <a:solidFill>
                  <a:srgbClr val="17365D"/>
                </a:solidFill>
              </a:defRPr>
            </a:lvl4pPr>
            <a:lvl5pPr algn="l">
              <a:defRPr sz="1275" b="1">
                <a:solidFill>
                  <a:srgbClr val="17365D"/>
                </a:solidFill>
              </a:defRPr>
            </a:lvl5pPr>
            <a:lvl6pPr algn="l">
              <a:defRPr sz="1275" b="1">
                <a:solidFill>
                  <a:srgbClr val="17365D"/>
                </a:solidFill>
              </a:defRPr>
            </a:lvl6pPr>
            <a:lvl7pPr algn="l">
              <a:defRPr sz="1275" b="1">
                <a:solidFill>
                  <a:srgbClr val="17365D"/>
                </a:solidFill>
              </a:defRPr>
            </a:lvl7pPr>
            <a:lvl8pPr algn="l">
              <a:defRPr sz="1275" b="1">
                <a:solidFill>
                  <a:srgbClr val="17365D"/>
                </a:solidFill>
              </a:defRPr>
            </a:lvl8pPr>
            <a:lvl9pPr algn="l">
              <a:defRPr sz="1275" b="1">
                <a:solidFill>
                  <a:srgbClr val="17365D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7365D"/>
                </a:solidFill>
              </a:defRPr>
            </a:pPr>
            <a:r>
              <a:rPr sz="1275" b="1">
                <a:solidFill>
                  <a:srgbClr val="17365D"/>
                </a:solidFill>
              </a:rPr>
              <a:t>Un ticket separa responsable de investigación y responsable de comunicación.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D42D96-9CC1-4468-803E-9EB9634AA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00" b="0">
                <a:solidFill>
                  <a:srgbClr val="667085"/>
                </a:solidFill>
              </a:defRPr>
            </a:defPPr>
            <a:lvl1pPr algn="l">
              <a:defRPr sz="900" b="0">
                <a:solidFill>
                  <a:srgbClr val="667085"/>
                </a:solidFill>
              </a:defRPr>
            </a:lvl1pPr>
            <a:lvl2pPr algn="l">
              <a:defRPr sz="900" b="0">
                <a:solidFill>
                  <a:srgbClr val="667085"/>
                </a:solidFill>
              </a:defRPr>
            </a:lvl2pPr>
            <a:lvl3pPr algn="l">
              <a:defRPr sz="900" b="0">
                <a:solidFill>
                  <a:srgbClr val="667085"/>
                </a:solidFill>
              </a:defRPr>
            </a:lvl3pPr>
            <a:lvl4pPr algn="l">
              <a:defRPr sz="900" b="0">
                <a:solidFill>
                  <a:srgbClr val="667085"/>
                </a:solidFill>
              </a:defRPr>
            </a:lvl4pPr>
            <a:lvl5pPr algn="l">
              <a:defRPr sz="900" b="0">
                <a:solidFill>
                  <a:srgbClr val="667085"/>
                </a:solidFill>
              </a:defRPr>
            </a:lvl5pPr>
            <a:lvl6pPr algn="l">
              <a:defRPr sz="900" b="0">
                <a:solidFill>
                  <a:srgbClr val="667085"/>
                </a:solidFill>
              </a:defRPr>
            </a:lvl6pPr>
            <a:lvl7pPr algn="l">
              <a:defRPr sz="900" b="0">
                <a:solidFill>
                  <a:srgbClr val="667085"/>
                </a:solidFill>
              </a:defRPr>
            </a:lvl7pPr>
            <a:lvl8pPr algn="l">
              <a:defRPr sz="900" b="0">
                <a:solidFill>
                  <a:srgbClr val="667085"/>
                </a:solidFill>
              </a:defRPr>
            </a:lvl8pPr>
            <a:lvl9pPr algn="l">
              <a:defRPr sz="900" b="0">
                <a:solidFill>
                  <a:srgbClr val="667085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Fase 2 · Demo académica · Datos ficticios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91D1B5-13C5-482A-A10F-6CDF9CE7A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900" b="1">
                <a:solidFill>
                  <a:srgbClr val="667085"/>
                </a:solidFill>
              </a:defRPr>
            </a:defPPr>
            <a:lvl1pPr algn="r">
              <a:defRPr sz="900" b="1">
                <a:solidFill>
                  <a:srgbClr val="667085"/>
                </a:solidFill>
              </a:defRPr>
            </a:lvl1pPr>
            <a:lvl2pPr algn="r">
              <a:defRPr sz="900" b="1">
                <a:solidFill>
                  <a:srgbClr val="667085"/>
                </a:solidFill>
              </a:defRPr>
            </a:lvl2pPr>
            <a:lvl3pPr algn="r">
              <a:defRPr sz="900" b="1">
                <a:solidFill>
                  <a:srgbClr val="667085"/>
                </a:solidFill>
              </a:defRPr>
            </a:lvl3pPr>
            <a:lvl4pPr algn="r">
              <a:defRPr sz="900" b="1">
                <a:solidFill>
                  <a:srgbClr val="667085"/>
                </a:solidFill>
              </a:defRPr>
            </a:lvl4pPr>
            <a:lvl5pPr algn="r">
              <a:defRPr sz="900" b="1">
                <a:solidFill>
                  <a:srgbClr val="667085"/>
                </a:solidFill>
              </a:defRPr>
            </a:lvl5pPr>
            <a:lvl6pPr algn="r">
              <a:defRPr sz="900" b="1">
                <a:solidFill>
                  <a:srgbClr val="667085"/>
                </a:solidFill>
              </a:defRPr>
            </a:lvl6pPr>
            <a:lvl7pPr algn="r">
              <a:defRPr sz="900" b="1">
                <a:solidFill>
                  <a:srgbClr val="667085"/>
                </a:solidFill>
              </a:defRPr>
            </a:lvl7pPr>
            <a:lvl8pPr algn="r">
              <a:defRPr sz="900" b="1">
                <a:solidFill>
                  <a:srgbClr val="667085"/>
                </a:solidFill>
              </a:defRPr>
            </a:lvl8pPr>
            <a:lvl9pPr algn="r">
              <a:defRPr sz="900" b="1">
                <a:solidFill>
                  <a:srgbClr val="667085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59084683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027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78A7C8-C232-4E9E-8AC8-6ECA6647B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1">
                <a:solidFill>
                  <a:srgbClr val="BFD6F4"/>
                </a:solidFill>
              </a:defRPr>
            </a:defPPr>
            <a:lvl1pPr algn="l">
              <a:defRPr sz="1050" b="1">
                <a:solidFill>
                  <a:srgbClr val="BFD6F4"/>
                </a:solidFill>
              </a:defRPr>
            </a:lvl1pPr>
            <a:lvl2pPr algn="l">
              <a:defRPr sz="1050" b="1">
                <a:solidFill>
                  <a:srgbClr val="BFD6F4"/>
                </a:solidFill>
              </a:defRPr>
            </a:lvl2pPr>
            <a:lvl3pPr algn="l">
              <a:defRPr sz="1050" b="1">
                <a:solidFill>
                  <a:srgbClr val="BFD6F4"/>
                </a:solidFill>
              </a:defRPr>
            </a:lvl3pPr>
            <a:lvl4pPr algn="l">
              <a:defRPr sz="1050" b="1">
                <a:solidFill>
                  <a:srgbClr val="BFD6F4"/>
                </a:solidFill>
              </a:defRPr>
            </a:lvl4pPr>
            <a:lvl5pPr algn="l">
              <a:defRPr sz="1050" b="1">
                <a:solidFill>
                  <a:srgbClr val="BFD6F4"/>
                </a:solidFill>
              </a:defRPr>
            </a:lvl5pPr>
            <a:lvl6pPr algn="l">
              <a:defRPr sz="1050" b="1">
                <a:solidFill>
                  <a:srgbClr val="BFD6F4"/>
                </a:solidFill>
              </a:defRPr>
            </a:lvl6pPr>
            <a:lvl7pPr algn="l">
              <a:defRPr sz="1050" b="1">
                <a:solidFill>
                  <a:srgbClr val="BFD6F4"/>
                </a:solidFill>
              </a:defRPr>
            </a:lvl7pPr>
            <a:lvl8pPr algn="l">
              <a:defRPr sz="1050" b="1">
                <a:solidFill>
                  <a:srgbClr val="BFD6F4"/>
                </a:solidFill>
              </a:defRPr>
            </a:lvl8pPr>
            <a:lvl9pPr algn="l">
              <a:defRPr sz="1050" b="1">
                <a:solidFill>
                  <a:srgbClr val="BFD6F4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BFD6F4"/>
                </a:solidFill>
              </a:defRPr>
            </a:pPr>
            <a:r>
              <a:rPr sz="1050" b="1">
                <a:solidFill>
                  <a:srgbClr val="BFD6F4"/>
                </a:solidFill>
              </a:rPr>
              <a:t>CIERRE · CONCLUSIONES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010D55-3480-42B7-A7D0-607742F92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850" b="1">
                <a:solidFill>
                  <a:srgbClr val="FFFFFF"/>
                </a:solidFill>
              </a:defRPr>
            </a:defPPr>
            <a:lvl1pPr algn="l">
              <a:defRPr sz="2850" b="1">
                <a:solidFill>
                  <a:srgbClr val="FFFFFF"/>
                </a:solidFill>
              </a:defRPr>
            </a:lvl1pPr>
            <a:lvl2pPr algn="l">
              <a:defRPr sz="2850" b="1">
                <a:solidFill>
                  <a:srgbClr val="FFFFFF"/>
                </a:solidFill>
              </a:defRPr>
            </a:lvl2pPr>
            <a:lvl3pPr algn="l">
              <a:defRPr sz="2850" b="1">
                <a:solidFill>
                  <a:srgbClr val="FFFFFF"/>
                </a:solidFill>
              </a:defRPr>
            </a:lvl3pPr>
            <a:lvl4pPr algn="l">
              <a:defRPr sz="2850" b="1">
                <a:solidFill>
                  <a:srgbClr val="FFFFFF"/>
                </a:solidFill>
              </a:defRPr>
            </a:lvl4pPr>
            <a:lvl5pPr algn="l">
              <a:defRPr sz="2850" b="1">
                <a:solidFill>
                  <a:srgbClr val="FFFFFF"/>
                </a:solidFill>
              </a:defRPr>
            </a:lvl5pPr>
            <a:lvl6pPr algn="l">
              <a:defRPr sz="2850" b="1">
                <a:solidFill>
                  <a:srgbClr val="FFFFFF"/>
                </a:solidFill>
              </a:defRPr>
            </a:lvl6pPr>
            <a:lvl7pPr algn="l">
              <a:defRPr sz="2850" b="1">
                <a:solidFill>
                  <a:srgbClr val="FFFFFF"/>
                </a:solidFill>
              </a:defRPr>
            </a:lvl7pPr>
            <a:lvl8pPr algn="l">
              <a:defRPr sz="2850" b="1">
                <a:solidFill>
                  <a:srgbClr val="FFFFFF"/>
                </a:solidFill>
              </a:defRPr>
            </a:lvl8pPr>
            <a:lvl9pPr algn="l">
              <a:defRPr sz="28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Un alcance claro mejora la continuidad del servicio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ABE563-988E-42FA-97C8-461B1D25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D5B8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D3E0C4-E3CC-4759-AEFE-EB1D39D35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685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</a:defRPr>
            </a:defPPr>
            <a:lvl1pPr algn="l">
              <a:defRPr sz="1875" b="1">
                <a:solidFill>
                  <a:srgbClr val="FFFFFF"/>
                </a:solidFill>
              </a:defRPr>
            </a:lvl1pPr>
            <a:lvl2pPr algn="l">
              <a:defRPr sz="1875" b="1">
                <a:solidFill>
                  <a:srgbClr val="FFFFFF"/>
                </a:solidFill>
              </a:defRPr>
            </a:lvl2pPr>
            <a:lvl3pPr algn="l">
              <a:defRPr sz="1875" b="1">
                <a:solidFill>
                  <a:srgbClr val="FFFFFF"/>
                </a:solidFill>
              </a:defRPr>
            </a:lvl3pPr>
            <a:lvl4pPr algn="l">
              <a:defRPr sz="1875" b="1">
                <a:solidFill>
                  <a:srgbClr val="FFFFFF"/>
                </a:solidFill>
              </a:defRPr>
            </a:lvl4pPr>
            <a:lvl5pPr algn="l">
              <a:defRPr sz="1875" b="1">
                <a:solidFill>
                  <a:srgbClr val="FFFFFF"/>
                </a:solidFill>
              </a:defRPr>
            </a:lvl5pPr>
            <a:lvl6pPr algn="l">
              <a:defRPr sz="1875" b="1">
                <a:solidFill>
                  <a:srgbClr val="FFFFFF"/>
                </a:solidFill>
              </a:defRPr>
            </a:lvl6pPr>
            <a:lvl7pPr algn="l">
              <a:defRPr sz="1875" b="1">
                <a:solidFill>
                  <a:srgbClr val="FFFFFF"/>
                </a:solidFill>
              </a:defRPr>
            </a:lvl7pPr>
            <a:lvl8pPr algn="l">
              <a:defRPr sz="1875" b="1">
                <a:solidFill>
                  <a:srgbClr val="FFFFFF"/>
                </a:solidFill>
              </a:defRPr>
            </a:lvl8pPr>
            <a:lvl9pPr algn="l">
              <a:defRPr sz="18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La demo convierte Fase 1 en un flujo visible, medible y presentable.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E5830F-45DE-404B-B2A6-A81395D06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7239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E6EDF7"/>
                </a:solidFill>
              </a:defRPr>
            </a:defPPr>
            <a:lvl1pPr algn="l">
              <a:defRPr sz="1425" b="0">
                <a:solidFill>
                  <a:srgbClr val="E6EDF7"/>
                </a:solidFill>
              </a:defRPr>
            </a:lvl1pPr>
            <a:lvl2pPr algn="l">
              <a:defRPr sz="1425" b="0">
                <a:solidFill>
                  <a:srgbClr val="E6EDF7"/>
                </a:solidFill>
              </a:defRPr>
            </a:lvl2pPr>
            <a:lvl3pPr algn="l">
              <a:defRPr sz="1425" b="0">
                <a:solidFill>
                  <a:srgbClr val="E6EDF7"/>
                </a:solidFill>
              </a:defRPr>
            </a:lvl3pPr>
            <a:lvl4pPr algn="l">
              <a:defRPr sz="1425" b="0">
                <a:solidFill>
                  <a:srgbClr val="E6EDF7"/>
                </a:solidFill>
              </a:defRPr>
            </a:lvl4pPr>
            <a:lvl5pPr algn="l">
              <a:defRPr sz="1425" b="0">
                <a:solidFill>
                  <a:srgbClr val="E6EDF7"/>
                </a:solidFill>
              </a:defRPr>
            </a:lvl5pPr>
            <a:lvl6pPr algn="l">
              <a:defRPr sz="1425" b="0">
                <a:solidFill>
                  <a:srgbClr val="E6EDF7"/>
                </a:solidFill>
              </a:defRPr>
            </a:lvl6pPr>
            <a:lvl7pPr algn="l">
              <a:defRPr sz="1425" b="0">
                <a:solidFill>
                  <a:srgbClr val="E6EDF7"/>
                </a:solidFill>
              </a:defRPr>
            </a:lvl7pPr>
            <a:lvl8pPr algn="l">
              <a:defRPr sz="1425" b="0">
                <a:solidFill>
                  <a:srgbClr val="E6EDF7"/>
                </a:solidFill>
              </a:defRPr>
            </a:lvl8pPr>
            <a:lvl9pPr algn="l">
              <a:defRPr sz="1425" b="0">
                <a:solidFill>
                  <a:srgbClr val="E6EDF7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E6EDF7"/>
                </a:solidFill>
              </a:defRPr>
            </a:pPr>
            <a:r>
              <a:rPr sz="1425" b="0">
                <a:solidFill>
                  <a:srgbClr val="E6EDF7"/>
                </a:solidFill>
              </a:rPr>
              <a:t>• Marcas y consumidores llegan por recorridos distintos, con seguimiento común.</a:t>
            </a:r>
          </a:p>
          <a:p xmlns:a="http://schemas.openxmlformats.org/drawingml/2006/main">
            <a:pPr algn="l">
              <a:defRPr sz="1425" b="0">
                <a:solidFill>
                  <a:srgbClr val="E6EDF7"/>
                </a:solidFill>
              </a:defRPr>
            </a:pPr>
            <a:r>
              <a:rPr sz="1425" b="0">
                <a:solidFill>
                  <a:srgbClr val="E6EDF7"/>
                </a:solidFill>
              </a:rPr>
              <a:t>• Las prioridades enfocan la atención en impacto y urgencia.</a:t>
            </a:r>
          </a:p>
          <a:p xmlns:a="http://schemas.openxmlformats.org/drawingml/2006/main">
            <a:pPr algn="l">
              <a:defRPr sz="1425" b="0">
                <a:solidFill>
                  <a:srgbClr val="E6EDF7"/>
                </a:solidFill>
              </a:defRPr>
            </a:pPr>
            <a:r>
              <a:rPr sz="1425" b="0">
                <a:solidFill>
                  <a:srgbClr val="E6EDF7"/>
                </a:solidFill>
              </a:rPr>
              <a:t>• El análisis conecta recurrencia con acción correctiva.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7703D0-CE39-4CFF-A62D-1591DA67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57400"/>
            <a:ext cx="3105150" cy="30670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203C61"/>
          </a:solidFill>
          <a:ln xmlns:a="http://schemas.openxmlformats.org/drawingml/2006/main" w="9525">
            <a:solidFill>
              <a:srgbClr val="42618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B33CC1-784D-4693-A9F4-90761BAB4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241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1">
                <a:solidFill>
                  <a:srgbClr val="BFD6F4"/>
                </a:solidFill>
              </a:defRPr>
            </a:defPPr>
            <a:lvl1pPr algn="l">
              <a:defRPr sz="1050" b="1">
                <a:solidFill>
                  <a:srgbClr val="BFD6F4"/>
                </a:solidFill>
              </a:defRPr>
            </a:lvl1pPr>
            <a:lvl2pPr algn="l">
              <a:defRPr sz="1050" b="1">
                <a:solidFill>
                  <a:srgbClr val="BFD6F4"/>
                </a:solidFill>
              </a:defRPr>
            </a:lvl2pPr>
            <a:lvl3pPr algn="l">
              <a:defRPr sz="1050" b="1">
                <a:solidFill>
                  <a:srgbClr val="BFD6F4"/>
                </a:solidFill>
              </a:defRPr>
            </a:lvl3pPr>
            <a:lvl4pPr algn="l">
              <a:defRPr sz="1050" b="1">
                <a:solidFill>
                  <a:srgbClr val="BFD6F4"/>
                </a:solidFill>
              </a:defRPr>
            </a:lvl4pPr>
            <a:lvl5pPr algn="l">
              <a:defRPr sz="1050" b="1">
                <a:solidFill>
                  <a:srgbClr val="BFD6F4"/>
                </a:solidFill>
              </a:defRPr>
            </a:lvl5pPr>
            <a:lvl6pPr algn="l">
              <a:defRPr sz="1050" b="1">
                <a:solidFill>
                  <a:srgbClr val="BFD6F4"/>
                </a:solidFill>
              </a:defRPr>
            </a:lvl6pPr>
            <a:lvl7pPr algn="l">
              <a:defRPr sz="1050" b="1">
                <a:solidFill>
                  <a:srgbClr val="BFD6F4"/>
                </a:solidFill>
              </a:defRPr>
            </a:lvl7pPr>
            <a:lvl8pPr algn="l">
              <a:defRPr sz="1050" b="1">
                <a:solidFill>
                  <a:srgbClr val="BFD6F4"/>
                </a:solidFill>
              </a:defRPr>
            </a:lvl8pPr>
            <a:lvl9pPr algn="l">
              <a:defRPr sz="1050" b="1">
                <a:solidFill>
                  <a:srgbClr val="BFD6F4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BFD6F4"/>
                </a:solidFill>
              </a:defRPr>
            </a:pPr>
            <a:r>
              <a:rPr sz="1050" b="1">
                <a:solidFill>
                  <a:srgbClr val="BFD6F4"/>
                </a:solidFill>
              </a:rPr>
              <a:t>RECORRIDO DE DEMO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8A91D1-3DD3-44E1-89FB-13C14D039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71775"/>
            <a:ext cx="257175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</a:defRPr>
            </a:defPPr>
            <a:lvl1pPr algn="l">
              <a:defRPr sz="1350" b="1">
                <a:solidFill>
                  <a:srgbClr val="FFFFFF"/>
                </a:solidFill>
              </a:defRPr>
            </a:lvl1pPr>
            <a:lvl2pPr algn="l">
              <a:defRPr sz="1350" b="1">
                <a:solidFill>
                  <a:srgbClr val="FFFFFF"/>
                </a:solidFill>
              </a:defRPr>
            </a:lvl2pPr>
            <a:lvl3pPr algn="l">
              <a:defRPr sz="1350" b="1">
                <a:solidFill>
                  <a:srgbClr val="FFFFFF"/>
                </a:solidFill>
              </a:defRPr>
            </a:lvl3pPr>
            <a:lvl4pPr algn="l">
              <a:defRPr sz="1350" b="1">
                <a:solidFill>
                  <a:srgbClr val="FFFFFF"/>
                </a:solidFill>
              </a:defRPr>
            </a:lvl4pPr>
            <a:lvl5pPr algn="l">
              <a:defRPr sz="1350" b="1">
                <a:solidFill>
                  <a:srgbClr val="FFFFFF"/>
                </a:solidFill>
              </a:defRPr>
            </a:lvl5pPr>
            <a:lvl6pPr algn="l">
              <a:defRPr sz="1350" b="1">
                <a:solidFill>
                  <a:srgbClr val="FFFFFF"/>
                </a:solidFill>
              </a:defRPr>
            </a:lvl6pPr>
            <a:lvl7pPr algn="l">
              <a:defRPr sz="1350" b="1">
                <a:solidFill>
                  <a:srgbClr val="FFFFFF"/>
                </a:solidFill>
              </a:defRPr>
            </a:lvl7pPr>
            <a:lvl8pPr algn="l">
              <a:defRPr sz="1350" b="1">
                <a:solidFill>
                  <a:srgbClr val="FFFFFF"/>
                </a:solidFill>
              </a:defRPr>
            </a:lvl8pPr>
            <a:lvl9pPr algn="l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1. Registrar caso</a:t>
            </a:r>
          </a:p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2. Revisar cola y prioridad</a:t>
            </a:r>
          </a:p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3. Editar y comunicar</a:t>
            </a:r>
          </a:p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4. Leer gráfica y mapa</a:t>
            </a:r>
          </a:p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5. Explicar SLO y escalamiento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AEA45A-77C6-48CF-B622-71D53335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719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>
                <a:solidFill>
                  <a:srgbClr val="CFD9E6"/>
                </a:solidFill>
              </a:defRPr>
            </a:defPPr>
            <a:lvl1pPr algn="l">
              <a:defRPr sz="1200" b="0">
                <a:solidFill>
                  <a:srgbClr val="CFD9E6"/>
                </a:solidFill>
              </a:defRPr>
            </a:lvl1pPr>
            <a:lvl2pPr algn="l">
              <a:defRPr sz="1200" b="0">
                <a:solidFill>
                  <a:srgbClr val="CFD9E6"/>
                </a:solidFill>
              </a:defRPr>
            </a:lvl2pPr>
            <a:lvl3pPr algn="l">
              <a:defRPr sz="1200" b="0">
                <a:solidFill>
                  <a:srgbClr val="CFD9E6"/>
                </a:solidFill>
              </a:defRPr>
            </a:lvl3pPr>
            <a:lvl4pPr algn="l">
              <a:defRPr sz="1200" b="0">
                <a:solidFill>
                  <a:srgbClr val="CFD9E6"/>
                </a:solidFill>
              </a:defRPr>
            </a:lvl4pPr>
            <a:lvl5pPr algn="l">
              <a:defRPr sz="1200" b="0">
                <a:solidFill>
                  <a:srgbClr val="CFD9E6"/>
                </a:solidFill>
              </a:defRPr>
            </a:lvl5pPr>
            <a:lvl6pPr algn="l">
              <a:defRPr sz="1200" b="0">
                <a:solidFill>
                  <a:srgbClr val="CFD9E6"/>
                </a:solidFill>
              </a:defRPr>
            </a:lvl6pPr>
            <a:lvl7pPr algn="l">
              <a:defRPr sz="1200" b="0">
                <a:solidFill>
                  <a:srgbClr val="CFD9E6"/>
                </a:solidFill>
              </a:defRPr>
            </a:lvl7pPr>
            <a:lvl8pPr algn="l">
              <a:defRPr sz="1200" b="0">
                <a:solidFill>
                  <a:srgbClr val="CFD9E6"/>
                </a:solidFill>
              </a:defRPr>
            </a:lvl8pPr>
            <a:lvl9pPr algn="l">
              <a:defRPr sz="1200" b="0">
                <a:solidFill>
                  <a:srgbClr val="CFD9E6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CFD9E6"/>
                </a:solidFill>
              </a:defRPr>
            </a:pPr>
            <a:r>
              <a:rPr sz="1200" b="0">
                <a:solidFill>
                  <a:srgbClr val="CFD9E6"/>
                </a:solidFill>
              </a:rPr>
              <a:t>La operación real requiere validar reglas provisionales, acuerdos externos y configuración de Freshdesk.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A411D2-1576-4AF7-8740-28A4F12C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620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BFD6F4"/>
                </a:solidFill>
              </a:defRPr>
            </a:defPPr>
            <a:lvl1pPr algn="l">
              <a:defRPr sz="1125" b="1">
                <a:solidFill>
                  <a:srgbClr val="BFD6F4"/>
                </a:solidFill>
              </a:defRPr>
            </a:lvl1pPr>
            <a:lvl2pPr algn="l">
              <a:defRPr sz="1125" b="1">
                <a:solidFill>
                  <a:srgbClr val="BFD6F4"/>
                </a:solidFill>
              </a:defRPr>
            </a:lvl2pPr>
            <a:lvl3pPr algn="l">
              <a:defRPr sz="1125" b="1">
                <a:solidFill>
                  <a:srgbClr val="BFD6F4"/>
                </a:solidFill>
              </a:defRPr>
            </a:lvl3pPr>
            <a:lvl4pPr algn="l">
              <a:defRPr sz="1125" b="1">
                <a:solidFill>
                  <a:srgbClr val="BFD6F4"/>
                </a:solidFill>
              </a:defRPr>
            </a:lvl4pPr>
            <a:lvl5pPr algn="l">
              <a:defRPr sz="1125" b="1">
                <a:solidFill>
                  <a:srgbClr val="BFD6F4"/>
                </a:solidFill>
              </a:defRPr>
            </a:lvl5pPr>
            <a:lvl6pPr algn="l">
              <a:defRPr sz="1125" b="1">
                <a:solidFill>
                  <a:srgbClr val="BFD6F4"/>
                </a:solidFill>
              </a:defRPr>
            </a:lvl6pPr>
            <a:lvl7pPr algn="l">
              <a:defRPr sz="1125" b="1">
                <a:solidFill>
                  <a:srgbClr val="BFD6F4"/>
                </a:solidFill>
              </a:defRPr>
            </a:lvl7pPr>
            <a:lvl8pPr algn="l">
              <a:defRPr sz="1125" b="1">
                <a:solidFill>
                  <a:srgbClr val="BFD6F4"/>
                </a:solidFill>
              </a:defRPr>
            </a:lvl8pPr>
            <a:lvl9pPr algn="l">
              <a:defRPr sz="1125" b="1">
                <a:solidFill>
                  <a:srgbClr val="BFD6F4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BFD6F4"/>
                </a:solidFill>
              </a:defRPr>
            </a:pPr>
            <a:r>
              <a:rPr sz="1125" b="1">
                <a:solidFill>
                  <a:srgbClr val="BFD6F4"/>
                </a:solidFill>
              </a:rPr>
              <a:t>Sistema 25% · Modelo de servicio y problemas 50% · Demo y presentación 25%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408F16-B12E-4748-BE32-B1954C355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00" b="0">
                <a:solidFill>
                  <a:srgbClr val="BFD6F4"/>
                </a:solidFill>
              </a:defRPr>
            </a:defPPr>
            <a:lvl1pPr algn="l">
              <a:defRPr sz="900" b="0">
                <a:solidFill>
                  <a:srgbClr val="BFD6F4"/>
                </a:solidFill>
              </a:defRPr>
            </a:lvl1pPr>
            <a:lvl2pPr algn="l">
              <a:defRPr sz="900" b="0">
                <a:solidFill>
                  <a:srgbClr val="BFD6F4"/>
                </a:solidFill>
              </a:defRPr>
            </a:lvl2pPr>
            <a:lvl3pPr algn="l">
              <a:defRPr sz="900" b="0">
                <a:solidFill>
                  <a:srgbClr val="BFD6F4"/>
                </a:solidFill>
              </a:defRPr>
            </a:lvl3pPr>
            <a:lvl4pPr algn="l">
              <a:defRPr sz="900" b="0">
                <a:solidFill>
                  <a:srgbClr val="BFD6F4"/>
                </a:solidFill>
              </a:defRPr>
            </a:lvl4pPr>
            <a:lvl5pPr algn="l">
              <a:defRPr sz="900" b="0">
                <a:solidFill>
                  <a:srgbClr val="BFD6F4"/>
                </a:solidFill>
              </a:defRPr>
            </a:lvl5pPr>
            <a:lvl6pPr algn="l">
              <a:defRPr sz="900" b="0">
                <a:solidFill>
                  <a:srgbClr val="BFD6F4"/>
                </a:solidFill>
              </a:defRPr>
            </a:lvl6pPr>
            <a:lvl7pPr algn="l">
              <a:defRPr sz="900" b="0">
                <a:solidFill>
                  <a:srgbClr val="BFD6F4"/>
                </a:solidFill>
              </a:defRPr>
            </a:lvl7pPr>
            <a:lvl8pPr algn="l">
              <a:defRPr sz="900" b="0">
                <a:solidFill>
                  <a:srgbClr val="BFD6F4"/>
                </a:solidFill>
              </a:defRPr>
            </a:lvl8pPr>
            <a:lvl9pPr algn="l">
              <a:defRPr sz="900" b="0">
                <a:solidFill>
                  <a:srgbClr val="BFD6F4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BFD6F4"/>
                </a:solidFill>
              </a:defRPr>
            </a:pPr>
            <a:r>
              <a:rPr sz="900" b="0">
                <a:solidFill>
                  <a:srgbClr val="BFD6F4"/>
                </a:solidFill>
              </a:rPr>
              <a:t>Fase 2 · Demo académica · Datos ficticios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B2C5C0-9C18-47C6-949E-7B32020B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900" b="1">
                <a:solidFill>
                  <a:srgbClr val="BFD6F4"/>
                </a:solidFill>
              </a:defRPr>
            </a:defPPr>
            <a:lvl1pPr algn="r">
              <a:defRPr sz="900" b="1">
                <a:solidFill>
                  <a:srgbClr val="BFD6F4"/>
                </a:solidFill>
              </a:defRPr>
            </a:lvl1pPr>
            <a:lvl2pPr algn="r">
              <a:defRPr sz="900" b="1">
                <a:solidFill>
                  <a:srgbClr val="BFD6F4"/>
                </a:solidFill>
              </a:defRPr>
            </a:lvl2pPr>
            <a:lvl3pPr algn="r">
              <a:defRPr sz="900" b="1">
                <a:solidFill>
                  <a:srgbClr val="BFD6F4"/>
                </a:solidFill>
              </a:defRPr>
            </a:lvl3pPr>
            <a:lvl4pPr algn="r">
              <a:defRPr sz="900" b="1">
                <a:solidFill>
                  <a:srgbClr val="BFD6F4"/>
                </a:solidFill>
              </a:defRPr>
            </a:lvl4pPr>
            <a:lvl5pPr algn="r">
              <a:defRPr sz="900" b="1">
                <a:solidFill>
                  <a:srgbClr val="BFD6F4"/>
                </a:solidFill>
              </a:defRPr>
            </a:lvl5pPr>
            <a:lvl6pPr algn="r">
              <a:defRPr sz="900" b="1">
                <a:solidFill>
                  <a:srgbClr val="BFD6F4"/>
                </a:solidFill>
              </a:defRPr>
            </a:lvl6pPr>
            <a:lvl7pPr algn="r">
              <a:defRPr sz="900" b="1">
                <a:solidFill>
                  <a:srgbClr val="BFD6F4"/>
                </a:solidFill>
              </a:defRPr>
            </a:lvl7pPr>
            <a:lvl8pPr algn="r">
              <a:defRPr sz="900" b="1">
                <a:solidFill>
                  <a:srgbClr val="BFD6F4"/>
                </a:solidFill>
              </a:defRPr>
            </a:lvl8pPr>
            <a:lvl9pPr algn="r">
              <a:defRPr sz="900" b="1">
                <a:solidFill>
                  <a:srgbClr val="BFD6F4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BFD6F4"/>
                </a:solidFill>
              </a:defRPr>
            </a:pPr>
            <a:r>
              <a:rPr sz="900" b="1">
                <a:solidFill>
                  <a:srgbClr val="BFD6F4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686716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2026-10-20T06:36:14.4340000Z</dcterms:created>
  <dcterms:modified xsi:type="dcterms:W3CDTF">2026-10-20T06:36:14.4340000Z</dcterms:modified>
</coreProperties>
</file>